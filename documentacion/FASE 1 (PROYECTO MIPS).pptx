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6" r:id="rId10"/>
    <p:sldId id="267" r:id="rId11"/>
    <p:sldId id="259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accent4_2">
  <dgm:title val=""/>
  <dgm:desc val=""/>
  <dgm:catLst>
    <dgm:cat type="accent4" pri="14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9E1B74D-AAD6-44D5-AA59-1688932F1B7C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accent4_2" csCatId="accent4" phldr="1"/>
      <dgm:spPr/>
      <dgm:t>
        <a:bodyPr/>
        <a:lstStyle/>
        <a:p>
          <a:endParaRPr lang="en-US"/>
        </a:p>
      </dgm:t>
    </dgm:pt>
    <dgm:pt modelId="{E6671DFE-DBBA-4BC9-B7B8-B3A10C405965}">
      <dgm:prSet/>
      <dgm:spPr/>
      <dgm:t>
        <a:bodyPr/>
        <a:lstStyle/>
        <a:p>
          <a:pPr>
            <a:defRPr cap="all"/>
          </a:pPr>
          <a:r>
            <a:rPr lang="es-MX" b="0" i="0"/>
            <a:t>Números perfectos</a:t>
          </a:r>
          <a:endParaRPr lang="en-US"/>
        </a:p>
      </dgm:t>
    </dgm:pt>
    <dgm:pt modelId="{A497A596-40CB-40D3-A70F-8DE0019B2AD6}" type="parTrans" cxnId="{333EB50E-FC41-40F8-971E-0A4B4FF26EB6}">
      <dgm:prSet/>
      <dgm:spPr/>
      <dgm:t>
        <a:bodyPr/>
        <a:lstStyle/>
        <a:p>
          <a:endParaRPr lang="en-US"/>
        </a:p>
      </dgm:t>
    </dgm:pt>
    <dgm:pt modelId="{F3EA8BBC-06F8-4E6F-B36F-2ABF2484C736}" type="sibTrans" cxnId="{333EB50E-FC41-40F8-971E-0A4B4FF26EB6}">
      <dgm:prSet/>
      <dgm:spPr/>
      <dgm:t>
        <a:bodyPr/>
        <a:lstStyle/>
        <a:p>
          <a:endParaRPr lang="en-US"/>
        </a:p>
      </dgm:t>
    </dgm:pt>
    <dgm:pt modelId="{BD217382-B410-46C9-ACA7-54B2BE9347AB}">
      <dgm:prSet/>
      <dgm:spPr/>
      <dgm:t>
        <a:bodyPr/>
        <a:lstStyle/>
        <a:p>
          <a:pPr>
            <a:defRPr cap="all"/>
          </a:pPr>
          <a:r>
            <a:rPr lang="es-MX" b="0" i="0"/>
            <a:t>Máximo común divisor</a:t>
          </a:r>
          <a:endParaRPr lang="en-US"/>
        </a:p>
      </dgm:t>
    </dgm:pt>
    <dgm:pt modelId="{B7BE42D9-7501-47F3-9D42-435845C96BB3}" type="parTrans" cxnId="{3372D745-AB7D-4B69-B6E6-B824ECEDC981}">
      <dgm:prSet/>
      <dgm:spPr/>
      <dgm:t>
        <a:bodyPr/>
        <a:lstStyle/>
        <a:p>
          <a:endParaRPr lang="en-US"/>
        </a:p>
      </dgm:t>
    </dgm:pt>
    <dgm:pt modelId="{E5D93C5A-00C0-4AE6-8CB2-5806B5D90A7B}" type="sibTrans" cxnId="{3372D745-AB7D-4B69-B6E6-B824ECEDC981}">
      <dgm:prSet/>
      <dgm:spPr/>
      <dgm:t>
        <a:bodyPr/>
        <a:lstStyle/>
        <a:p>
          <a:endParaRPr lang="en-US"/>
        </a:p>
      </dgm:t>
    </dgm:pt>
    <dgm:pt modelId="{7B6FBED8-617E-42E9-8EF4-C258AD0039C1}">
      <dgm:prSet/>
      <dgm:spPr/>
      <dgm:t>
        <a:bodyPr/>
        <a:lstStyle/>
        <a:p>
          <a:pPr>
            <a:defRPr cap="all"/>
          </a:pPr>
          <a:r>
            <a:rPr lang="es-MX" b="0" i="0"/>
            <a:t>Detectar el tipo de triángulo</a:t>
          </a:r>
          <a:endParaRPr lang="en-US"/>
        </a:p>
      </dgm:t>
    </dgm:pt>
    <dgm:pt modelId="{C23DD8D1-B5EE-46B9-8866-B6F3BE01DEFC}" type="parTrans" cxnId="{1EA9648F-F50A-44BF-B637-847D6C513494}">
      <dgm:prSet/>
      <dgm:spPr/>
      <dgm:t>
        <a:bodyPr/>
        <a:lstStyle/>
        <a:p>
          <a:endParaRPr lang="en-US"/>
        </a:p>
      </dgm:t>
    </dgm:pt>
    <dgm:pt modelId="{B3CEDB23-C32E-4B33-910B-B03ACDCDF7E1}" type="sibTrans" cxnId="{1EA9648F-F50A-44BF-B637-847D6C513494}">
      <dgm:prSet/>
      <dgm:spPr/>
      <dgm:t>
        <a:bodyPr/>
        <a:lstStyle/>
        <a:p>
          <a:endParaRPr lang="en-US"/>
        </a:p>
      </dgm:t>
    </dgm:pt>
    <dgm:pt modelId="{1A16C080-3715-449C-974C-BC1D803006A1}">
      <dgm:prSet/>
      <dgm:spPr/>
      <dgm:t>
        <a:bodyPr/>
        <a:lstStyle/>
        <a:p>
          <a:pPr>
            <a:defRPr cap="all"/>
          </a:pPr>
          <a:r>
            <a:rPr lang="es-MX" b="0" i="0"/>
            <a:t>Selective sort</a:t>
          </a:r>
          <a:endParaRPr lang="en-US"/>
        </a:p>
      </dgm:t>
    </dgm:pt>
    <dgm:pt modelId="{12CDD943-C817-439C-8F03-13D3E8AFB622}" type="parTrans" cxnId="{5ECEF2A6-1113-4821-A60A-A1E111AAC3D0}">
      <dgm:prSet/>
      <dgm:spPr/>
      <dgm:t>
        <a:bodyPr/>
        <a:lstStyle/>
        <a:p>
          <a:endParaRPr lang="en-US"/>
        </a:p>
      </dgm:t>
    </dgm:pt>
    <dgm:pt modelId="{2FC24D78-F894-4B21-A5A2-F832625BF374}" type="sibTrans" cxnId="{5ECEF2A6-1113-4821-A60A-A1E111AAC3D0}">
      <dgm:prSet/>
      <dgm:spPr/>
      <dgm:t>
        <a:bodyPr/>
        <a:lstStyle/>
        <a:p>
          <a:endParaRPr lang="en-US"/>
        </a:p>
      </dgm:t>
    </dgm:pt>
    <dgm:pt modelId="{7221003A-7154-4F58-99FB-665855E15FF4}" type="pres">
      <dgm:prSet presAssocID="{D9E1B74D-AAD6-44D5-AA59-1688932F1B7C}" presName="root" presStyleCnt="0">
        <dgm:presLayoutVars>
          <dgm:dir/>
          <dgm:resizeHandles val="exact"/>
        </dgm:presLayoutVars>
      </dgm:prSet>
      <dgm:spPr/>
    </dgm:pt>
    <dgm:pt modelId="{5D98D675-3C79-46FA-8B04-80C39AE8F0FB}" type="pres">
      <dgm:prSet presAssocID="{E6671DFE-DBBA-4BC9-B7B8-B3A10C405965}" presName="compNode" presStyleCnt="0"/>
      <dgm:spPr/>
    </dgm:pt>
    <dgm:pt modelId="{EF7CA0CB-3DF2-46B8-8A88-71EA2CEEEF4A}" type="pres">
      <dgm:prSet presAssocID="{E6671DFE-DBBA-4BC9-B7B8-B3A10C405965}" presName="iconBgRect" presStyleLbl="bgShp" presStyleIdx="0" presStyleCnt="4"/>
      <dgm:spPr/>
    </dgm:pt>
    <dgm:pt modelId="{3D0F8A27-352A-499B-8BD8-59D4E9C1D154}" type="pres">
      <dgm:prSet presAssocID="{E6671DFE-DBBA-4BC9-B7B8-B3A10C405965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5EA3398E-FED5-44ED-84E6-400EDE959B02}" type="pres">
      <dgm:prSet presAssocID="{E6671DFE-DBBA-4BC9-B7B8-B3A10C405965}" presName="spaceRect" presStyleCnt="0"/>
      <dgm:spPr/>
    </dgm:pt>
    <dgm:pt modelId="{0497B9B5-5703-4BC4-A3BD-ED0D569D0E9B}" type="pres">
      <dgm:prSet presAssocID="{E6671DFE-DBBA-4BC9-B7B8-B3A10C405965}" presName="textRect" presStyleLbl="revTx" presStyleIdx="0" presStyleCnt="4">
        <dgm:presLayoutVars>
          <dgm:chMax val="1"/>
          <dgm:chPref val="1"/>
        </dgm:presLayoutVars>
      </dgm:prSet>
      <dgm:spPr/>
    </dgm:pt>
    <dgm:pt modelId="{B16446D0-9C68-4ADC-92F7-ABA10A16E95D}" type="pres">
      <dgm:prSet presAssocID="{F3EA8BBC-06F8-4E6F-B36F-2ABF2484C736}" presName="sibTrans" presStyleCnt="0"/>
      <dgm:spPr/>
    </dgm:pt>
    <dgm:pt modelId="{7D37C3DC-76A5-4B34-B463-49FEEE01E513}" type="pres">
      <dgm:prSet presAssocID="{BD217382-B410-46C9-ACA7-54B2BE9347AB}" presName="compNode" presStyleCnt="0"/>
      <dgm:spPr/>
    </dgm:pt>
    <dgm:pt modelId="{2399212E-A48F-4592-985C-E90E16384E4B}" type="pres">
      <dgm:prSet presAssocID="{BD217382-B410-46C9-ACA7-54B2BE9347AB}" presName="iconBgRect" presStyleLbl="bgShp" presStyleIdx="1" presStyleCnt="4"/>
      <dgm:spPr/>
    </dgm:pt>
    <dgm:pt modelId="{DBB7481D-2FE5-4B3B-8689-F782798F5606}" type="pres">
      <dgm:prSet presAssocID="{BD217382-B410-46C9-ACA7-54B2BE9347AB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ingle gear"/>
        </a:ext>
      </dgm:extLst>
    </dgm:pt>
    <dgm:pt modelId="{5FD4DD7F-844A-400F-AA7A-3FC4AA1CBF7A}" type="pres">
      <dgm:prSet presAssocID="{BD217382-B410-46C9-ACA7-54B2BE9347AB}" presName="spaceRect" presStyleCnt="0"/>
      <dgm:spPr/>
    </dgm:pt>
    <dgm:pt modelId="{8D04E356-BFDC-4B58-8756-7B5531DB2EA2}" type="pres">
      <dgm:prSet presAssocID="{BD217382-B410-46C9-ACA7-54B2BE9347AB}" presName="textRect" presStyleLbl="revTx" presStyleIdx="1" presStyleCnt="4">
        <dgm:presLayoutVars>
          <dgm:chMax val="1"/>
          <dgm:chPref val="1"/>
        </dgm:presLayoutVars>
      </dgm:prSet>
      <dgm:spPr/>
    </dgm:pt>
    <dgm:pt modelId="{63DFE895-75E8-43BE-BC75-81E00FE74B83}" type="pres">
      <dgm:prSet presAssocID="{E5D93C5A-00C0-4AE6-8CB2-5806B5D90A7B}" presName="sibTrans" presStyleCnt="0"/>
      <dgm:spPr/>
    </dgm:pt>
    <dgm:pt modelId="{CFB0844E-6A61-4E73-8190-4C1C5CF5FC29}" type="pres">
      <dgm:prSet presAssocID="{7B6FBED8-617E-42E9-8EF4-C258AD0039C1}" presName="compNode" presStyleCnt="0"/>
      <dgm:spPr/>
    </dgm:pt>
    <dgm:pt modelId="{4B22C458-619F-42D4-ABC2-B75640ACFB2C}" type="pres">
      <dgm:prSet presAssocID="{7B6FBED8-617E-42E9-8EF4-C258AD0039C1}" presName="iconBgRect" presStyleLbl="bgShp" presStyleIdx="2" presStyleCnt="4"/>
      <dgm:spPr/>
    </dgm:pt>
    <dgm:pt modelId="{BF5F8C2F-87FE-4A52-865B-54622CB4B1D7}" type="pres">
      <dgm:prSet presAssocID="{7B6FBED8-617E-42E9-8EF4-C258AD0039C1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Zoom In"/>
        </a:ext>
      </dgm:extLst>
    </dgm:pt>
    <dgm:pt modelId="{15B58121-07DF-44A6-9D97-AE3189107420}" type="pres">
      <dgm:prSet presAssocID="{7B6FBED8-617E-42E9-8EF4-C258AD0039C1}" presName="spaceRect" presStyleCnt="0"/>
      <dgm:spPr/>
    </dgm:pt>
    <dgm:pt modelId="{3708770F-1433-4A06-B086-C0C507C1B0ED}" type="pres">
      <dgm:prSet presAssocID="{7B6FBED8-617E-42E9-8EF4-C258AD0039C1}" presName="textRect" presStyleLbl="revTx" presStyleIdx="2" presStyleCnt="4">
        <dgm:presLayoutVars>
          <dgm:chMax val="1"/>
          <dgm:chPref val="1"/>
        </dgm:presLayoutVars>
      </dgm:prSet>
      <dgm:spPr/>
    </dgm:pt>
    <dgm:pt modelId="{40281CB7-8A9B-4872-83B9-B008E51D650D}" type="pres">
      <dgm:prSet presAssocID="{B3CEDB23-C32E-4B33-910B-B03ACDCDF7E1}" presName="sibTrans" presStyleCnt="0"/>
      <dgm:spPr/>
    </dgm:pt>
    <dgm:pt modelId="{1F30FD61-8FC2-4DA0-8FD6-EE4899911571}" type="pres">
      <dgm:prSet presAssocID="{1A16C080-3715-449C-974C-BC1D803006A1}" presName="compNode" presStyleCnt="0"/>
      <dgm:spPr/>
    </dgm:pt>
    <dgm:pt modelId="{DD2EBC54-68FB-4641-A27D-C05072467F7C}" type="pres">
      <dgm:prSet presAssocID="{1A16C080-3715-449C-974C-BC1D803006A1}" presName="iconBgRect" presStyleLbl="bgShp" presStyleIdx="3" presStyleCnt="4"/>
      <dgm:spPr/>
    </dgm:pt>
    <dgm:pt modelId="{BB2BF3D1-4E10-4A20-8C04-CE5B8F393261}" type="pres">
      <dgm:prSet presAssocID="{1A16C080-3715-449C-974C-BC1D803006A1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42BE4969-8D83-42FC-B33E-6568AB7F6F18}" type="pres">
      <dgm:prSet presAssocID="{1A16C080-3715-449C-974C-BC1D803006A1}" presName="spaceRect" presStyleCnt="0"/>
      <dgm:spPr/>
    </dgm:pt>
    <dgm:pt modelId="{C2F6640A-74A0-411A-B4B1-6DAA6292458E}" type="pres">
      <dgm:prSet presAssocID="{1A16C080-3715-449C-974C-BC1D803006A1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333EB50E-FC41-40F8-971E-0A4B4FF26EB6}" srcId="{D9E1B74D-AAD6-44D5-AA59-1688932F1B7C}" destId="{E6671DFE-DBBA-4BC9-B7B8-B3A10C405965}" srcOrd="0" destOrd="0" parTransId="{A497A596-40CB-40D3-A70F-8DE0019B2AD6}" sibTransId="{F3EA8BBC-06F8-4E6F-B36F-2ABF2484C736}"/>
    <dgm:cxn modelId="{F5181C3B-1A7B-4280-82F9-AB24EBAB809C}" type="presOf" srcId="{D9E1B74D-AAD6-44D5-AA59-1688932F1B7C}" destId="{7221003A-7154-4F58-99FB-665855E15FF4}" srcOrd="0" destOrd="0" presId="urn:microsoft.com/office/officeart/2018/5/layout/IconCircleLabelList"/>
    <dgm:cxn modelId="{8AC92560-0E29-413D-A6C3-3522822D7BA6}" type="presOf" srcId="{BD217382-B410-46C9-ACA7-54B2BE9347AB}" destId="{8D04E356-BFDC-4B58-8756-7B5531DB2EA2}" srcOrd="0" destOrd="0" presId="urn:microsoft.com/office/officeart/2018/5/layout/IconCircleLabelList"/>
    <dgm:cxn modelId="{3372D745-AB7D-4B69-B6E6-B824ECEDC981}" srcId="{D9E1B74D-AAD6-44D5-AA59-1688932F1B7C}" destId="{BD217382-B410-46C9-ACA7-54B2BE9347AB}" srcOrd="1" destOrd="0" parTransId="{B7BE42D9-7501-47F3-9D42-435845C96BB3}" sibTransId="{E5D93C5A-00C0-4AE6-8CB2-5806B5D90A7B}"/>
    <dgm:cxn modelId="{A6536777-86B5-4AAD-8EAA-F0B6309D00FA}" type="presOf" srcId="{7B6FBED8-617E-42E9-8EF4-C258AD0039C1}" destId="{3708770F-1433-4A06-B086-C0C507C1B0ED}" srcOrd="0" destOrd="0" presId="urn:microsoft.com/office/officeart/2018/5/layout/IconCircleLabelList"/>
    <dgm:cxn modelId="{8AED337F-93B3-47D0-BBC5-64ED8E9056EC}" type="presOf" srcId="{1A16C080-3715-449C-974C-BC1D803006A1}" destId="{C2F6640A-74A0-411A-B4B1-6DAA6292458E}" srcOrd="0" destOrd="0" presId="urn:microsoft.com/office/officeart/2018/5/layout/IconCircleLabelList"/>
    <dgm:cxn modelId="{1EA9648F-F50A-44BF-B637-847D6C513494}" srcId="{D9E1B74D-AAD6-44D5-AA59-1688932F1B7C}" destId="{7B6FBED8-617E-42E9-8EF4-C258AD0039C1}" srcOrd="2" destOrd="0" parTransId="{C23DD8D1-B5EE-46B9-8866-B6F3BE01DEFC}" sibTransId="{B3CEDB23-C32E-4B33-910B-B03ACDCDF7E1}"/>
    <dgm:cxn modelId="{5ECEF2A6-1113-4821-A60A-A1E111AAC3D0}" srcId="{D9E1B74D-AAD6-44D5-AA59-1688932F1B7C}" destId="{1A16C080-3715-449C-974C-BC1D803006A1}" srcOrd="3" destOrd="0" parTransId="{12CDD943-C817-439C-8F03-13D3E8AFB622}" sibTransId="{2FC24D78-F894-4B21-A5A2-F832625BF374}"/>
    <dgm:cxn modelId="{430C82DA-0C48-4EDC-9246-1D87609DB6C4}" type="presOf" srcId="{E6671DFE-DBBA-4BC9-B7B8-B3A10C405965}" destId="{0497B9B5-5703-4BC4-A3BD-ED0D569D0E9B}" srcOrd="0" destOrd="0" presId="urn:microsoft.com/office/officeart/2018/5/layout/IconCircleLabelList"/>
    <dgm:cxn modelId="{DA49F7AF-0A4C-46D5-8BEF-0D3E7BEF04C7}" type="presParOf" srcId="{7221003A-7154-4F58-99FB-665855E15FF4}" destId="{5D98D675-3C79-46FA-8B04-80C39AE8F0FB}" srcOrd="0" destOrd="0" presId="urn:microsoft.com/office/officeart/2018/5/layout/IconCircleLabelList"/>
    <dgm:cxn modelId="{6B670FD7-9538-4512-B5DE-42A448A8CBA1}" type="presParOf" srcId="{5D98D675-3C79-46FA-8B04-80C39AE8F0FB}" destId="{EF7CA0CB-3DF2-46B8-8A88-71EA2CEEEF4A}" srcOrd="0" destOrd="0" presId="urn:microsoft.com/office/officeart/2018/5/layout/IconCircleLabelList"/>
    <dgm:cxn modelId="{D8204FDD-F0C5-4059-A98B-CCB1F7637E81}" type="presParOf" srcId="{5D98D675-3C79-46FA-8B04-80C39AE8F0FB}" destId="{3D0F8A27-352A-499B-8BD8-59D4E9C1D154}" srcOrd="1" destOrd="0" presId="urn:microsoft.com/office/officeart/2018/5/layout/IconCircleLabelList"/>
    <dgm:cxn modelId="{D0571DF3-CAEB-4876-BE3E-6EDF849E6D23}" type="presParOf" srcId="{5D98D675-3C79-46FA-8B04-80C39AE8F0FB}" destId="{5EA3398E-FED5-44ED-84E6-400EDE959B02}" srcOrd="2" destOrd="0" presId="urn:microsoft.com/office/officeart/2018/5/layout/IconCircleLabelList"/>
    <dgm:cxn modelId="{41A93BCA-1A5D-4361-B623-E0E5A150BB84}" type="presParOf" srcId="{5D98D675-3C79-46FA-8B04-80C39AE8F0FB}" destId="{0497B9B5-5703-4BC4-A3BD-ED0D569D0E9B}" srcOrd="3" destOrd="0" presId="urn:microsoft.com/office/officeart/2018/5/layout/IconCircleLabelList"/>
    <dgm:cxn modelId="{077B2DD1-74AA-4A73-9149-EB190D26EDBA}" type="presParOf" srcId="{7221003A-7154-4F58-99FB-665855E15FF4}" destId="{B16446D0-9C68-4ADC-92F7-ABA10A16E95D}" srcOrd="1" destOrd="0" presId="urn:microsoft.com/office/officeart/2018/5/layout/IconCircleLabelList"/>
    <dgm:cxn modelId="{C856B27C-350C-40C7-AE9B-4831CA03F6B5}" type="presParOf" srcId="{7221003A-7154-4F58-99FB-665855E15FF4}" destId="{7D37C3DC-76A5-4B34-B463-49FEEE01E513}" srcOrd="2" destOrd="0" presId="urn:microsoft.com/office/officeart/2018/5/layout/IconCircleLabelList"/>
    <dgm:cxn modelId="{84DDB5D8-75DA-4F71-AF52-87BDA36CE6E3}" type="presParOf" srcId="{7D37C3DC-76A5-4B34-B463-49FEEE01E513}" destId="{2399212E-A48F-4592-985C-E90E16384E4B}" srcOrd="0" destOrd="0" presId="urn:microsoft.com/office/officeart/2018/5/layout/IconCircleLabelList"/>
    <dgm:cxn modelId="{2667427A-A374-4960-A2AA-C4526A8843BA}" type="presParOf" srcId="{7D37C3DC-76A5-4B34-B463-49FEEE01E513}" destId="{DBB7481D-2FE5-4B3B-8689-F782798F5606}" srcOrd="1" destOrd="0" presId="urn:microsoft.com/office/officeart/2018/5/layout/IconCircleLabelList"/>
    <dgm:cxn modelId="{483E01D0-D8E5-4A15-B41E-F3C7341A0A7E}" type="presParOf" srcId="{7D37C3DC-76A5-4B34-B463-49FEEE01E513}" destId="{5FD4DD7F-844A-400F-AA7A-3FC4AA1CBF7A}" srcOrd="2" destOrd="0" presId="urn:microsoft.com/office/officeart/2018/5/layout/IconCircleLabelList"/>
    <dgm:cxn modelId="{4B1E4014-C92E-4940-AA27-A5E4EBC161C6}" type="presParOf" srcId="{7D37C3DC-76A5-4B34-B463-49FEEE01E513}" destId="{8D04E356-BFDC-4B58-8756-7B5531DB2EA2}" srcOrd="3" destOrd="0" presId="urn:microsoft.com/office/officeart/2018/5/layout/IconCircleLabelList"/>
    <dgm:cxn modelId="{674DC579-86B3-4FE5-9FF2-98064E2FE5C4}" type="presParOf" srcId="{7221003A-7154-4F58-99FB-665855E15FF4}" destId="{63DFE895-75E8-43BE-BC75-81E00FE74B83}" srcOrd="3" destOrd="0" presId="urn:microsoft.com/office/officeart/2018/5/layout/IconCircleLabelList"/>
    <dgm:cxn modelId="{3C0CEAE2-2307-48E0-9CC4-3196CB838832}" type="presParOf" srcId="{7221003A-7154-4F58-99FB-665855E15FF4}" destId="{CFB0844E-6A61-4E73-8190-4C1C5CF5FC29}" srcOrd="4" destOrd="0" presId="urn:microsoft.com/office/officeart/2018/5/layout/IconCircleLabelList"/>
    <dgm:cxn modelId="{1BC61594-CB9C-4514-84C7-E6E07A0F9CF1}" type="presParOf" srcId="{CFB0844E-6A61-4E73-8190-4C1C5CF5FC29}" destId="{4B22C458-619F-42D4-ABC2-B75640ACFB2C}" srcOrd="0" destOrd="0" presId="urn:microsoft.com/office/officeart/2018/5/layout/IconCircleLabelList"/>
    <dgm:cxn modelId="{E2C763B5-92CB-47F6-8BE6-138DB79DDBED}" type="presParOf" srcId="{CFB0844E-6A61-4E73-8190-4C1C5CF5FC29}" destId="{BF5F8C2F-87FE-4A52-865B-54622CB4B1D7}" srcOrd="1" destOrd="0" presId="urn:microsoft.com/office/officeart/2018/5/layout/IconCircleLabelList"/>
    <dgm:cxn modelId="{A4D1E383-6C0D-42AA-A83D-701A4CE9CE6A}" type="presParOf" srcId="{CFB0844E-6A61-4E73-8190-4C1C5CF5FC29}" destId="{15B58121-07DF-44A6-9D97-AE3189107420}" srcOrd="2" destOrd="0" presId="urn:microsoft.com/office/officeart/2018/5/layout/IconCircleLabelList"/>
    <dgm:cxn modelId="{E61E2C77-AACE-4113-B280-F82BD601AB45}" type="presParOf" srcId="{CFB0844E-6A61-4E73-8190-4C1C5CF5FC29}" destId="{3708770F-1433-4A06-B086-C0C507C1B0ED}" srcOrd="3" destOrd="0" presId="urn:microsoft.com/office/officeart/2018/5/layout/IconCircleLabelList"/>
    <dgm:cxn modelId="{D11A34AC-28BF-4B78-9329-89731F6CD576}" type="presParOf" srcId="{7221003A-7154-4F58-99FB-665855E15FF4}" destId="{40281CB7-8A9B-4872-83B9-B008E51D650D}" srcOrd="5" destOrd="0" presId="urn:microsoft.com/office/officeart/2018/5/layout/IconCircleLabelList"/>
    <dgm:cxn modelId="{89DDAAB2-7688-42D4-8F0C-5B81FF2B4FC1}" type="presParOf" srcId="{7221003A-7154-4F58-99FB-665855E15FF4}" destId="{1F30FD61-8FC2-4DA0-8FD6-EE4899911571}" srcOrd="6" destOrd="0" presId="urn:microsoft.com/office/officeart/2018/5/layout/IconCircleLabelList"/>
    <dgm:cxn modelId="{B27E64FC-52DA-4D0A-BF19-B507925B70B1}" type="presParOf" srcId="{1F30FD61-8FC2-4DA0-8FD6-EE4899911571}" destId="{DD2EBC54-68FB-4641-A27D-C05072467F7C}" srcOrd="0" destOrd="0" presId="urn:microsoft.com/office/officeart/2018/5/layout/IconCircleLabelList"/>
    <dgm:cxn modelId="{6F7388BF-9C92-4BF7-BF86-FF43C6942F12}" type="presParOf" srcId="{1F30FD61-8FC2-4DA0-8FD6-EE4899911571}" destId="{BB2BF3D1-4E10-4A20-8C04-CE5B8F393261}" srcOrd="1" destOrd="0" presId="urn:microsoft.com/office/officeart/2018/5/layout/IconCircleLabelList"/>
    <dgm:cxn modelId="{C2466541-A338-4712-99C9-20E7BB3AA296}" type="presParOf" srcId="{1F30FD61-8FC2-4DA0-8FD6-EE4899911571}" destId="{42BE4969-8D83-42FC-B33E-6568AB7F6F18}" srcOrd="2" destOrd="0" presId="urn:microsoft.com/office/officeart/2018/5/layout/IconCircleLabelList"/>
    <dgm:cxn modelId="{1C78F2EE-9BEB-4309-A204-D0A7DDEEB40F}" type="presParOf" srcId="{1F30FD61-8FC2-4DA0-8FD6-EE4899911571}" destId="{C2F6640A-74A0-411A-B4B1-6DAA6292458E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7CA0CB-3DF2-46B8-8A88-71EA2CEEEF4A}">
      <dsp:nvSpPr>
        <dsp:cNvPr id="0" name=""/>
        <dsp:cNvSpPr/>
      </dsp:nvSpPr>
      <dsp:spPr>
        <a:xfrm>
          <a:off x="585598" y="533524"/>
          <a:ext cx="1247171" cy="1247171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D0F8A27-352A-499B-8BD8-59D4E9C1D154}">
      <dsp:nvSpPr>
        <dsp:cNvPr id="0" name=""/>
        <dsp:cNvSpPr/>
      </dsp:nvSpPr>
      <dsp:spPr>
        <a:xfrm>
          <a:off x="851389" y="799314"/>
          <a:ext cx="715590" cy="71559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97B9B5-5703-4BC4-A3BD-ED0D569D0E9B}">
      <dsp:nvSpPr>
        <dsp:cNvPr id="0" name=""/>
        <dsp:cNvSpPr/>
      </dsp:nvSpPr>
      <dsp:spPr>
        <a:xfrm>
          <a:off x="186912" y="2169158"/>
          <a:ext cx="204454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800" b="0" i="0" kern="1200"/>
            <a:t>Números perfectos</a:t>
          </a:r>
          <a:endParaRPr lang="en-US" sz="1800" kern="1200"/>
        </a:p>
      </dsp:txBody>
      <dsp:txXfrm>
        <a:off x="186912" y="2169158"/>
        <a:ext cx="2044543" cy="720000"/>
      </dsp:txXfrm>
    </dsp:sp>
    <dsp:sp modelId="{2399212E-A48F-4592-985C-E90E16384E4B}">
      <dsp:nvSpPr>
        <dsp:cNvPr id="0" name=""/>
        <dsp:cNvSpPr/>
      </dsp:nvSpPr>
      <dsp:spPr>
        <a:xfrm>
          <a:off x="2987936" y="533524"/>
          <a:ext cx="1247171" cy="1247171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B7481D-2FE5-4B3B-8689-F782798F5606}">
      <dsp:nvSpPr>
        <dsp:cNvPr id="0" name=""/>
        <dsp:cNvSpPr/>
      </dsp:nvSpPr>
      <dsp:spPr>
        <a:xfrm>
          <a:off x="3253727" y="799314"/>
          <a:ext cx="715590" cy="71559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04E356-BFDC-4B58-8756-7B5531DB2EA2}">
      <dsp:nvSpPr>
        <dsp:cNvPr id="0" name=""/>
        <dsp:cNvSpPr/>
      </dsp:nvSpPr>
      <dsp:spPr>
        <a:xfrm>
          <a:off x="2589250" y="2169158"/>
          <a:ext cx="204454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800" b="0" i="0" kern="1200"/>
            <a:t>Máximo común divisor</a:t>
          </a:r>
          <a:endParaRPr lang="en-US" sz="1800" kern="1200"/>
        </a:p>
      </dsp:txBody>
      <dsp:txXfrm>
        <a:off x="2589250" y="2169158"/>
        <a:ext cx="2044543" cy="720000"/>
      </dsp:txXfrm>
    </dsp:sp>
    <dsp:sp modelId="{4B22C458-619F-42D4-ABC2-B75640ACFB2C}">
      <dsp:nvSpPr>
        <dsp:cNvPr id="0" name=""/>
        <dsp:cNvSpPr/>
      </dsp:nvSpPr>
      <dsp:spPr>
        <a:xfrm>
          <a:off x="5390274" y="533524"/>
          <a:ext cx="1247171" cy="1247171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F5F8C2F-87FE-4A52-865B-54622CB4B1D7}">
      <dsp:nvSpPr>
        <dsp:cNvPr id="0" name=""/>
        <dsp:cNvSpPr/>
      </dsp:nvSpPr>
      <dsp:spPr>
        <a:xfrm>
          <a:off x="5656065" y="799314"/>
          <a:ext cx="715590" cy="71559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08770F-1433-4A06-B086-C0C507C1B0ED}">
      <dsp:nvSpPr>
        <dsp:cNvPr id="0" name=""/>
        <dsp:cNvSpPr/>
      </dsp:nvSpPr>
      <dsp:spPr>
        <a:xfrm>
          <a:off x="4991589" y="2169158"/>
          <a:ext cx="204454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800" b="0" i="0" kern="1200"/>
            <a:t>Detectar el tipo de triángulo</a:t>
          </a:r>
          <a:endParaRPr lang="en-US" sz="1800" kern="1200"/>
        </a:p>
      </dsp:txBody>
      <dsp:txXfrm>
        <a:off x="4991589" y="2169158"/>
        <a:ext cx="2044543" cy="720000"/>
      </dsp:txXfrm>
    </dsp:sp>
    <dsp:sp modelId="{DD2EBC54-68FB-4641-A27D-C05072467F7C}">
      <dsp:nvSpPr>
        <dsp:cNvPr id="0" name=""/>
        <dsp:cNvSpPr/>
      </dsp:nvSpPr>
      <dsp:spPr>
        <a:xfrm>
          <a:off x="7792613" y="533524"/>
          <a:ext cx="1247171" cy="1247171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2BF3D1-4E10-4A20-8C04-CE5B8F393261}">
      <dsp:nvSpPr>
        <dsp:cNvPr id="0" name=""/>
        <dsp:cNvSpPr/>
      </dsp:nvSpPr>
      <dsp:spPr>
        <a:xfrm>
          <a:off x="8058403" y="799314"/>
          <a:ext cx="715590" cy="71559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F6640A-74A0-411A-B4B1-6DAA6292458E}">
      <dsp:nvSpPr>
        <dsp:cNvPr id="0" name=""/>
        <dsp:cNvSpPr/>
      </dsp:nvSpPr>
      <dsp:spPr>
        <a:xfrm>
          <a:off x="7393927" y="2169158"/>
          <a:ext cx="204454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MX" sz="1800" b="0" i="0" kern="1200"/>
            <a:t>Selective sort</a:t>
          </a:r>
          <a:endParaRPr lang="en-US" sz="1800" kern="1200"/>
        </a:p>
      </dsp:txBody>
      <dsp:txXfrm>
        <a:off x="7393927" y="2169158"/>
        <a:ext cx="2044543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5/14/2020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5/14/2020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FC8703-A892-40BE-BB56-A3A3D66358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MX" dirty="0"/>
              <a:t>FASE 1 Y 2 (PROYECTO MIPS)	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88445D-9271-4047-ABA6-788D0538CE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s-MX" dirty="0"/>
              <a:t>González Ramos Jorge Humberto</a:t>
            </a:r>
          </a:p>
          <a:p>
            <a:r>
              <a:rPr lang="es-MX" dirty="0"/>
              <a:t>Ochoa Velasco Dana</a:t>
            </a:r>
          </a:p>
          <a:p>
            <a:r>
              <a:rPr lang="es-MX" dirty="0"/>
              <a:t>Jiménez Vital Francisco</a:t>
            </a:r>
          </a:p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641281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A57B47-3044-4A45-B7C1-AD3AF5A5A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Datapath</a:t>
            </a:r>
            <a:r>
              <a:rPr lang="es-MX" dirty="0"/>
              <a:t> Fase 1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A8525FD-A43A-40C0-8707-AF900692A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398" y="1680632"/>
            <a:ext cx="8877300" cy="503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377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FD9F6963-CD56-4363-B3F3-45CABC7137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209" y="1269662"/>
            <a:ext cx="11291581" cy="5437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4024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D223E682-2C1F-4632-BAD7-D11491A5E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s-MX" dirty="0">
                <a:solidFill>
                  <a:schemeClr val="tx1"/>
                </a:solidFill>
              </a:rPr>
              <a:t>Resumen Fase 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A7F3D0D-7BFF-460A-BAA1-07CC1DA8C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r>
              <a:rPr lang="es-MX">
                <a:solidFill>
                  <a:schemeClr val="tx1"/>
                </a:solidFill>
              </a:rPr>
              <a:t>En esta fase únicamente podemos utilizar instrucciones de tipo R y no contamos con una memoria por lo que no es posible guardar los resultados más que en registros.</a:t>
            </a:r>
          </a:p>
          <a:p>
            <a:endParaRPr lang="es-MX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27429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170B12-F69D-4CF5-A4E0-986588479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Resultados fase 1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2EF728-51E8-4618-9E4D-8F7A52917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/>
              <a:t>Se subió unos archivos para probar esta fase y tuvimos estos resultados.</a:t>
            </a:r>
          </a:p>
          <a:p>
            <a:endParaRPr lang="es-MX" dirty="0"/>
          </a:p>
          <a:p>
            <a:endParaRPr lang="es-MX" dirty="0"/>
          </a:p>
          <a:p>
            <a:r>
              <a:rPr lang="es-MX" dirty="0"/>
              <a:t>Los cuales concuerdan con los indicados en </a:t>
            </a:r>
            <a:r>
              <a:rPr lang="es-MX" dirty="0" err="1"/>
              <a:t>moodle</a:t>
            </a:r>
            <a:endParaRPr lang="es-MX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CA67C63-1F46-4760-8157-32D3F9AB8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300" y="2950740"/>
            <a:ext cx="4457700" cy="70485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DB86F0D6-B23C-4C49-A288-26832E3F5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300" y="4311650"/>
            <a:ext cx="1609725" cy="1362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194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664572-380B-4A6C-802D-D0DBD68C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Datapath</a:t>
            </a:r>
            <a:r>
              <a:rPr lang="es-MX" dirty="0"/>
              <a:t> fase 2</a:t>
            </a:r>
          </a:p>
        </p:txBody>
      </p:sp>
      <p:pic>
        <p:nvPicPr>
          <p:cNvPr id="5" name="Marcador de contenido 4" descr="Imagen que contiene mapa, cuarto&#10;&#10;Descripción generada automáticamente">
            <a:extLst>
              <a:ext uri="{FF2B5EF4-FFF2-40B4-BE49-F238E27FC236}">
                <a16:creationId xmlns:a16="http://schemas.microsoft.com/office/drawing/2014/main" id="{55F1DAA7-8B4D-4D8D-A73A-A1F65548B2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8384" y="2028182"/>
            <a:ext cx="11147406" cy="3856150"/>
          </a:xfrm>
        </p:spPr>
      </p:pic>
    </p:spTree>
    <p:extLst>
      <p:ext uri="{BB962C8B-B14F-4D97-AF65-F5344CB8AC3E}">
        <p14:creationId xmlns:p14="http://schemas.microsoft.com/office/powerpoint/2010/main" val="3382188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FF3CE42C-1C47-4480-81EB-7FD846B16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s-MX">
                <a:solidFill>
                  <a:schemeClr val="tx1"/>
                </a:solidFill>
              </a:rPr>
              <a:t>Resumen fase 2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1293B58-EF6F-4634-AEF6-3295E7228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r>
              <a:rPr lang="es-MX">
                <a:solidFill>
                  <a:schemeClr val="tx1"/>
                </a:solidFill>
              </a:rPr>
              <a:t>En esta fase se añaden módulos para shift, extender de señal y otros módulos como la memoria.</a:t>
            </a:r>
          </a:p>
          <a:p>
            <a:r>
              <a:rPr lang="es-MX">
                <a:solidFill>
                  <a:schemeClr val="tx1"/>
                </a:solidFill>
              </a:rPr>
              <a:t>Con estos módulos es posible crear branches y también hacer uso de la memoria de datos.</a:t>
            </a:r>
          </a:p>
          <a:p>
            <a:r>
              <a:rPr lang="es-MX">
                <a:solidFill>
                  <a:schemeClr val="tx1"/>
                </a:solidFill>
              </a:rPr>
              <a:t>Las instrucciones añadidas son ADDI, SLTI, ANDI, ORI, SW, LW, BEQ.</a:t>
            </a:r>
          </a:p>
          <a:p>
            <a:pPr marL="0" indent="0">
              <a:buNone/>
            </a:pPr>
            <a:endParaRPr lang="es-MX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2278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44A4ED-AB47-4080-AF68-128BBF921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Resultados fase 2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F048434-8AD5-41CD-B3C3-50A77E9F98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/>
              <a:t>Y estos fueron los resultados de la fase </a:t>
            </a:r>
          </a:p>
          <a:p>
            <a:endParaRPr lang="es-MX" dirty="0"/>
          </a:p>
          <a:p>
            <a:endParaRPr lang="es-MX" dirty="0"/>
          </a:p>
          <a:p>
            <a:pPr marL="0" indent="0">
              <a:buNone/>
            </a:pPr>
            <a:r>
              <a:rPr lang="es-MX" dirty="0"/>
              <a:t>Registro                           									Memoria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3110BB6-90F1-4308-A032-CF591752A6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573" y="3038475"/>
            <a:ext cx="4973056" cy="60057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CC4DF36-557C-477C-A405-6149A5997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412" y="2803395"/>
            <a:ext cx="2961955" cy="83565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00880E4-038B-4948-B1AD-CD89A62A6F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4954" y="4804567"/>
            <a:ext cx="3841685" cy="1650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3033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CCC0A729-6F83-4E2A-89C1-D9B7039D6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s-MX">
                <a:solidFill>
                  <a:schemeClr val="tx1"/>
                </a:solidFill>
              </a:rPr>
              <a:t>Decodificador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2422253-E624-468A-A50C-179351D00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r>
              <a:rPr lang="es-MX" dirty="0">
                <a:solidFill>
                  <a:schemeClr val="tx1"/>
                </a:solidFill>
              </a:rPr>
              <a:t>El decodificador ya está terminado, se ha probado con distintos códigos de ensamblador y soporta las siguientes instrucciones.</a:t>
            </a:r>
          </a:p>
          <a:p>
            <a:pPr marL="0" indent="0">
              <a:buNone/>
            </a:pPr>
            <a:r>
              <a:rPr lang="es-MX" dirty="0">
                <a:solidFill>
                  <a:schemeClr val="tx1"/>
                </a:solidFill>
              </a:rPr>
              <a:t>* NOR, OR, AND, SLT, XOR, ADD, SUB, DIV, MULT, LW, SW,BEQ,J,ADDI,SLTI,ORI,ANDI</a:t>
            </a:r>
          </a:p>
          <a:p>
            <a:pPr marL="0" indent="0">
              <a:buNone/>
            </a:pPr>
            <a:endParaRPr lang="es-MX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s-MX" dirty="0">
                <a:solidFill>
                  <a:schemeClr val="tx1"/>
                </a:solidFill>
              </a:rPr>
              <a:t>Y las siguientes </a:t>
            </a:r>
            <a:r>
              <a:rPr lang="es-MX" dirty="0" err="1">
                <a:solidFill>
                  <a:schemeClr val="tx1"/>
                </a:solidFill>
              </a:rPr>
              <a:t>pseudoinstrucciones</a:t>
            </a:r>
            <a:endParaRPr lang="es-MX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s-MX" dirty="0">
                <a:solidFill>
                  <a:schemeClr val="tx1"/>
                </a:solidFill>
              </a:rPr>
              <a:t>* LI,CLEAR, B,BGT,BEG, BEL, BLT</a:t>
            </a:r>
          </a:p>
          <a:p>
            <a:pPr marL="0" indent="0">
              <a:buNone/>
            </a:pPr>
            <a:endParaRPr lang="es-MX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52778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C6E0B7-C37D-4D54-8F3E-8D9F9097F6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7B653ED-BC47-4D34-B612-473D6AFAD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6290102" y="977273"/>
            <a:ext cx="6053670" cy="4903455"/>
          </a:xfrm>
          <a:custGeom>
            <a:avLst/>
            <a:gdLst>
              <a:gd name="connsiteX0" fmla="*/ 6053670 w 6053670"/>
              <a:gd name="connsiteY0" fmla="*/ 1098 h 4903455"/>
              <a:gd name="connsiteX1" fmla="*/ 6053670 w 6053670"/>
              <a:gd name="connsiteY1" fmla="*/ 424590 h 4903455"/>
              <a:gd name="connsiteX2" fmla="*/ 6053670 w 6053670"/>
              <a:gd name="connsiteY2" fmla="*/ 1254558 h 4903455"/>
              <a:gd name="connsiteX3" fmla="*/ 6053670 w 6053670"/>
              <a:gd name="connsiteY3" fmla="*/ 4903455 h 4903455"/>
              <a:gd name="connsiteX4" fmla="*/ 0 w 6053670"/>
              <a:gd name="connsiteY4" fmla="*/ 4903455 h 4903455"/>
              <a:gd name="connsiteX5" fmla="*/ 0 w 6053670"/>
              <a:gd name="connsiteY5" fmla="*/ 1249853 h 4903455"/>
              <a:gd name="connsiteX6" fmla="*/ 0 w 6053670"/>
              <a:gd name="connsiteY6" fmla="*/ 424590 h 4903455"/>
              <a:gd name="connsiteX7" fmla="*/ 0 w 6053670"/>
              <a:gd name="connsiteY7" fmla="*/ 0 h 4903455"/>
              <a:gd name="connsiteX8" fmla="*/ 35717 w 6053670"/>
              <a:gd name="connsiteY8" fmla="*/ 5488 h 4903455"/>
              <a:gd name="connsiteX9" fmla="*/ 140445 w 6053670"/>
              <a:gd name="connsiteY9" fmla="*/ 21641 h 4903455"/>
              <a:gd name="connsiteX10" fmla="*/ 216722 w 6053670"/>
              <a:gd name="connsiteY10" fmla="*/ 32932 h 4903455"/>
              <a:gd name="connsiteX11" fmla="*/ 307527 w 6053670"/>
              <a:gd name="connsiteY11" fmla="*/ 44850 h 4903455"/>
              <a:gd name="connsiteX12" fmla="*/ 415282 w 6053670"/>
              <a:gd name="connsiteY12" fmla="*/ 59121 h 4903455"/>
              <a:gd name="connsiteX13" fmla="*/ 534539 w 6053670"/>
              <a:gd name="connsiteY13" fmla="*/ 74175 h 4903455"/>
              <a:gd name="connsiteX14" fmla="*/ 668931 w 6053670"/>
              <a:gd name="connsiteY14" fmla="*/ 90014 h 4903455"/>
              <a:gd name="connsiteX15" fmla="*/ 815430 w 6053670"/>
              <a:gd name="connsiteY15" fmla="*/ 106794 h 4903455"/>
              <a:gd name="connsiteX16" fmla="*/ 974641 w 6053670"/>
              <a:gd name="connsiteY16" fmla="*/ 123574 h 4903455"/>
              <a:gd name="connsiteX17" fmla="*/ 1144144 w 6053670"/>
              <a:gd name="connsiteY17" fmla="*/ 140667 h 4903455"/>
              <a:gd name="connsiteX18" fmla="*/ 1326965 w 6053670"/>
              <a:gd name="connsiteY18" fmla="*/ 156506 h 4903455"/>
              <a:gd name="connsiteX19" fmla="*/ 1518261 w 6053670"/>
              <a:gd name="connsiteY19" fmla="*/ 171717 h 4903455"/>
              <a:gd name="connsiteX20" fmla="*/ 1720453 w 6053670"/>
              <a:gd name="connsiteY20" fmla="*/ 185518 h 4903455"/>
              <a:gd name="connsiteX21" fmla="*/ 1931121 w 6053670"/>
              <a:gd name="connsiteY21" fmla="*/ 198690 h 4903455"/>
              <a:gd name="connsiteX22" fmla="*/ 2150869 w 6053670"/>
              <a:gd name="connsiteY22" fmla="*/ 211079 h 4903455"/>
              <a:gd name="connsiteX23" fmla="*/ 2263467 w 6053670"/>
              <a:gd name="connsiteY23" fmla="*/ 215470 h 4903455"/>
              <a:gd name="connsiteX24" fmla="*/ 2378487 w 6053670"/>
              <a:gd name="connsiteY24" fmla="*/ 220332 h 4903455"/>
              <a:gd name="connsiteX25" fmla="*/ 2495323 w 6053670"/>
              <a:gd name="connsiteY25" fmla="*/ 224879 h 4903455"/>
              <a:gd name="connsiteX26" fmla="*/ 2612764 w 6053670"/>
              <a:gd name="connsiteY26" fmla="*/ 227859 h 4903455"/>
              <a:gd name="connsiteX27" fmla="*/ 2732627 w 6053670"/>
              <a:gd name="connsiteY27" fmla="*/ 230525 h 4903455"/>
              <a:gd name="connsiteX28" fmla="*/ 2853700 w 6053670"/>
              <a:gd name="connsiteY28" fmla="*/ 233348 h 4903455"/>
              <a:gd name="connsiteX29" fmla="*/ 2977195 w 6053670"/>
              <a:gd name="connsiteY29" fmla="*/ 235229 h 4903455"/>
              <a:gd name="connsiteX30" fmla="*/ 3101900 w 6053670"/>
              <a:gd name="connsiteY30" fmla="*/ 235229 h 4903455"/>
              <a:gd name="connsiteX31" fmla="*/ 3227817 w 6053670"/>
              <a:gd name="connsiteY31" fmla="*/ 236170 h 4903455"/>
              <a:gd name="connsiteX32" fmla="*/ 3354944 w 6053670"/>
              <a:gd name="connsiteY32" fmla="*/ 235229 h 4903455"/>
              <a:gd name="connsiteX33" fmla="*/ 3483887 w 6053670"/>
              <a:gd name="connsiteY33" fmla="*/ 233348 h 4903455"/>
              <a:gd name="connsiteX34" fmla="*/ 3612830 w 6053670"/>
              <a:gd name="connsiteY34" fmla="*/ 231623 h 4903455"/>
              <a:gd name="connsiteX35" fmla="*/ 3743589 w 6053670"/>
              <a:gd name="connsiteY35" fmla="*/ 227859 h 4903455"/>
              <a:gd name="connsiteX36" fmla="*/ 3875559 w 6053670"/>
              <a:gd name="connsiteY36" fmla="*/ 223938 h 4903455"/>
              <a:gd name="connsiteX37" fmla="*/ 4007529 w 6053670"/>
              <a:gd name="connsiteY37" fmla="*/ 219391 h 4903455"/>
              <a:gd name="connsiteX38" fmla="*/ 4140710 w 6053670"/>
              <a:gd name="connsiteY38" fmla="*/ 212961 h 4903455"/>
              <a:gd name="connsiteX39" fmla="*/ 4275102 w 6053670"/>
              <a:gd name="connsiteY39" fmla="*/ 205277 h 4903455"/>
              <a:gd name="connsiteX40" fmla="*/ 4410098 w 6053670"/>
              <a:gd name="connsiteY40" fmla="*/ 197907 h 4903455"/>
              <a:gd name="connsiteX41" fmla="*/ 4545096 w 6053670"/>
              <a:gd name="connsiteY41" fmla="*/ 188498 h 4903455"/>
              <a:gd name="connsiteX42" fmla="*/ 4681909 w 6053670"/>
              <a:gd name="connsiteY42" fmla="*/ 177207 h 4903455"/>
              <a:gd name="connsiteX43" fmla="*/ 4816905 w 6053670"/>
              <a:gd name="connsiteY43" fmla="*/ 165916 h 4903455"/>
              <a:gd name="connsiteX44" fmla="*/ 4954323 w 6053670"/>
              <a:gd name="connsiteY44" fmla="*/ 152899 h 4903455"/>
              <a:gd name="connsiteX45" fmla="*/ 5092347 w 6053670"/>
              <a:gd name="connsiteY45" fmla="*/ 138629 h 4903455"/>
              <a:gd name="connsiteX46" fmla="*/ 5228555 w 6053670"/>
              <a:gd name="connsiteY46" fmla="*/ 123574 h 4903455"/>
              <a:gd name="connsiteX47" fmla="*/ 5366578 w 6053670"/>
              <a:gd name="connsiteY47" fmla="*/ 106010 h 4903455"/>
              <a:gd name="connsiteX48" fmla="*/ 5503997 w 6053670"/>
              <a:gd name="connsiteY48" fmla="*/ 87192 h 4903455"/>
              <a:gd name="connsiteX49" fmla="*/ 5642020 w 6053670"/>
              <a:gd name="connsiteY49" fmla="*/ 68530 h 4903455"/>
              <a:gd name="connsiteX50" fmla="*/ 5779438 w 6053670"/>
              <a:gd name="connsiteY50" fmla="*/ 46733 h 4903455"/>
              <a:gd name="connsiteX51" fmla="*/ 5916251 w 6053670"/>
              <a:gd name="connsiteY51" fmla="*/ 24464 h 4903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4903455">
                <a:moveTo>
                  <a:pt x="6053670" y="1098"/>
                </a:moveTo>
                <a:lnTo>
                  <a:pt x="6053670" y="424590"/>
                </a:lnTo>
                <a:lnTo>
                  <a:pt x="6053670" y="1254558"/>
                </a:lnTo>
                <a:lnTo>
                  <a:pt x="6053670" y="4903455"/>
                </a:lnTo>
                <a:lnTo>
                  <a:pt x="0" y="4903455"/>
                </a:lnTo>
                <a:lnTo>
                  <a:pt x="0" y="1249853"/>
                </a:lnTo>
                <a:lnTo>
                  <a:pt x="0" y="424590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B93D812D-BB26-4FDD-A218-F6F71E737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16" name="Freeform 5">
            <a:extLst>
              <a:ext uri="{FF2B5EF4-FFF2-40B4-BE49-F238E27FC236}">
                <a16:creationId xmlns:a16="http://schemas.microsoft.com/office/drawing/2014/main" id="{EEA99C6C-BC37-4408-9F74-3DDB1060B7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537676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44331C-6090-4576-9F1C-0FFCCFCD0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8" y="629265"/>
            <a:ext cx="6072776" cy="1622322"/>
          </a:xfrm>
        </p:spPr>
        <p:txBody>
          <a:bodyPr>
            <a:normAutofit/>
          </a:bodyPr>
          <a:lstStyle/>
          <a:p>
            <a:endParaRPr lang="es-MX" dirty="0">
              <a:solidFill>
                <a:srgbClr val="FFFFFE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4C0032-B592-45AB-AD23-5A4BD369B6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9BF1F84-E7C7-42A7-911D-8E48AF671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11000"/>
                </a:schemeClr>
              </a:gs>
              <a:gs pos="75000">
                <a:schemeClr val="accent5">
                  <a:alpha val="0"/>
                </a:schemeClr>
              </a:gs>
              <a:gs pos="36000">
                <a:schemeClr val="accent5"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0C3CFCFE-6522-4333-8CB1-16DB80E7E9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8000"/>
                </a:schemeClr>
              </a:gs>
              <a:gs pos="72000">
                <a:schemeClr val="accent5">
                  <a:alpha val="0"/>
                </a:schemeClr>
              </a:gs>
              <a:gs pos="36000">
                <a:schemeClr val="accent5"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CEF94FD-5480-4968-8164-1471B019A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98" y="2418735"/>
            <a:ext cx="6072776" cy="3811740"/>
          </a:xfrm>
        </p:spPr>
        <p:txBody>
          <a:bodyPr anchor="ctr">
            <a:normAutofit/>
          </a:bodyPr>
          <a:lstStyle/>
          <a:p>
            <a:r>
              <a:rPr lang="es-MX">
                <a:solidFill>
                  <a:srgbClr val="FFFFFE"/>
                </a:solidFill>
              </a:rPr>
              <a:t>El decodificador es un archivo de Python el cual terminó con una longitud de 354 en el archivo principal y otro con diccionarios de 91.</a:t>
            </a:r>
          </a:p>
          <a:p>
            <a:pPr marL="0" indent="0">
              <a:buNone/>
            </a:pPr>
            <a:endParaRPr lang="es-MX">
              <a:solidFill>
                <a:srgbClr val="FFFFFE"/>
              </a:solidFill>
            </a:endParaRPr>
          </a:p>
          <a:p>
            <a:pPr marL="0" indent="0">
              <a:buNone/>
            </a:pPr>
            <a:r>
              <a:rPr lang="es-MX">
                <a:solidFill>
                  <a:srgbClr val="FFFFFE"/>
                </a:solidFill>
              </a:rPr>
              <a:t>Se probaron distintos códigos en ensamblador y fueron convertidos correctamente a instrucciones.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BA7A14B-732C-4877-A857-527CE77AD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2102" y="645107"/>
            <a:ext cx="2017564" cy="2710388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0BB2AD40-C2DC-431A-9AC6-6C436E9729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8419" y="3520086"/>
            <a:ext cx="2664931" cy="2710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8240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F448CB3-7B4F-45D7-B7C0-DF553DF61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C5305EA-7A88-413D-BE8A-47A02476F0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FCA94DB5-FE56-4A3D-BC48-31B559519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B161CCD9-0D80-4DA8-9881-71D2609B4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s-MX">
                <a:solidFill>
                  <a:srgbClr val="FFFFFF"/>
                </a:solidFill>
              </a:rPr>
              <a:t>Opciones de ensamblador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ED434F-8767-46CC-B26B-5AF62FF01E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89B37B3D-36AA-4DF5-9CFC-114C9494C9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1161579"/>
              </p:ext>
            </p:extLst>
          </p:nvPr>
        </p:nvGraphicFramePr>
        <p:xfrm>
          <a:off x="1286934" y="2324100"/>
          <a:ext cx="9625383" cy="34226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9903971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la de reuniones Ion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277</Words>
  <Application>Microsoft Office PowerPoint</Application>
  <PresentationFormat>Panorámica</PresentationFormat>
  <Paragraphs>36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Arial</vt:lpstr>
      <vt:lpstr>Century Gothic</vt:lpstr>
      <vt:lpstr>Wingdings 3</vt:lpstr>
      <vt:lpstr>Sala de reuniones Ion</vt:lpstr>
      <vt:lpstr>FASE 1 Y 2 (PROYECTO MIPS) </vt:lpstr>
      <vt:lpstr>Datapath Fase 1</vt:lpstr>
      <vt:lpstr>Presentación de PowerPoint</vt:lpstr>
      <vt:lpstr>Resumen Fase 1</vt:lpstr>
      <vt:lpstr>Resultados fase 1</vt:lpstr>
      <vt:lpstr>Datapath fase 2</vt:lpstr>
      <vt:lpstr>Resumen fase 2</vt:lpstr>
      <vt:lpstr>Resultados fase 2</vt:lpstr>
      <vt:lpstr>Decodificador</vt:lpstr>
      <vt:lpstr>Presentación de PowerPoint</vt:lpstr>
      <vt:lpstr>Opciones de ensamblador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FASE 1 Y 2 (PROYECTO MIPS) </dc:title>
  <dc:creator>Jorge Gonzalez</dc:creator>
  <cp:lastModifiedBy>Jorge Gonzalez</cp:lastModifiedBy>
  <cp:revision>3</cp:revision>
  <dcterms:created xsi:type="dcterms:W3CDTF">2020-05-15T00:11:43Z</dcterms:created>
  <dcterms:modified xsi:type="dcterms:W3CDTF">2020-05-15T00:26:19Z</dcterms:modified>
</cp:coreProperties>
</file>