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  <p:sldId id="264" r:id="rId9"/>
    <p:sldId id="265" r:id="rId10"/>
    <p:sldId id="259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2677648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10158984" y="1792224"/>
            <a:ext cx="990599" cy="3047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5923F103-BC34-4FE4-A40E-EDDEECFDA5D0}" type="datetimeFigureOut">
              <a:rPr lang="en-US" dirty="0"/>
              <a:pPr/>
              <a:t>5/14/2020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8951976" y="3227832"/>
            <a:ext cx="3859795" cy="3048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Rectangle 1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4954" y="2603500"/>
            <a:ext cx="8825659" cy="3416300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9CA7B-DFD4-44B5-8C60-D14B8CD1FB59}" type="datetimeFigureOut">
              <a:rPr lang="en-US" dirty="0"/>
              <a:t>5/14/2020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677645"/>
            <a:ext cx="4351025" cy="2283824"/>
          </a:xfrm>
        </p:spPr>
        <p:txBody>
          <a:bodyPr anchor="ctr"/>
          <a:lstStyle>
            <a:lvl1pPr algn="l">
              <a:defRPr sz="40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5559" y="2677644"/>
            <a:ext cx="3757545" cy="228382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4E6425-0181-43F2-84FC-787E803FD2F8}" type="datetimeFigureOut">
              <a:rPr lang="en-US" dirty="0"/>
              <a:t>5/14/2020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4954" y="2603500"/>
            <a:ext cx="4825158" cy="3416301"/>
          </a:xfrm>
        </p:spPr>
        <p:txBody>
          <a:bodyPr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8712" y="2603500"/>
            <a:ext cx="4825159" cy="3416300"/>
          </a:xfrm>
        </p:spPr>
        <p:txBody>
          <a:bodyPr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DB8791-F1B0-41E7-B7FD-A781E65C4266}" type="datetimeFigureOut">
              <a:rPr lang="en-US" dirty="0"/>
              <a:t>5/14/2020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4825157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4954" y="3179762"/>
            <a:ext cx="4825158" cy="2840039"/>
          </a:xfrm>
        </p:spPr>
        <p:txBody>
          <a:bodyPr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08712" y="2603500"/>
            <a:ext cx="482515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08712" y="3179762"/>
            <a:ext cx="4825159" cy="2840039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DD63B2-E120-4ED8-B27B-C685F510A5FE}" type="datetimeFigureOut">
              <a:rPr lang="en-US" dirty="0"/>
              <a:t>5/14/2020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18ACC-A947-437B-A130-35BD54FDF1E9}" type="datetimeFigureOut">
              <a:rPr lang="en-US" dirty="0"/>
              <a:t>5/14/2020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D7E02-BCB8-4D50-A234-369438C08659}" type="datetimeFigureOut">
              <a:rPr lang="en-US" dirty="0"/>
              <a:t>5/14/2020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295400"/>
            <a:ext cx="2793158" cy="16002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81146" y="1447800"/>
            <a:ext cx="5190066" cy="4572000"/>
          </a:xfrm>
        </p:spPr>
        <p:txBody>
          <a:bodyPr anchor="ctr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129280"/>
            <a:ext cx="2793158" cy="2895599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86A4C-8E40-4F87-A4F0-01A0687C5742}" type="datetimeFigureOut">
              <a:rPr lang="en-US" dirty="0"/>
              <a:t>5/14/2020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693333"/>
            <a:ext cx="3865134" cy="1735667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547870" y="1143000"/>
            <a:ext cx="3227193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marL="0" lvl="0" indent="0" algn="ctr">
              <a:buNone/>
            </a:pPr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657600"/>
            <a:ext cx="3859212" cy="13716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72C73-2D91-4E12-BA25-F0AA0C03599B}" type="datetimeFigureOut">
              <a:rPr lang="en-US" dirty="0"/>
              <a:t>5/14/2020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 panorámic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4969927"/>
            <a:ext cx="8825659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4" y="685800"/>
            <a:ext cx="8825659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536665"/>
            <a:ext cx="8825658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A1CC3-2375-41D4-9E03-427CAF2A4C1A}" type="datetimeFigureOut">
              <a:rPr lang="en-US" dirty="0"/>
              <a:t>5/14/2020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8798" y="1063417"/>
            <a:ext cx="8831816" cy="1372986"/>
          </a:xfrm>
        </p:spPr>
        <p:txBody>
          <a:bodyPr/>
          <a:lstStyle>
            <a:lvl1pPr>
              <a:defRPr sz="4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543300"/>
            <a:ext cx="8825659" cy="24765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16868-8199-4C2C-A5B1-63AEE139F88E}" type="datetimeFigureOut">
              <a:rPr lang="en-US" dirty="0"/>
              <a:t>5/14/2020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881566" y="607336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 bwMode="gray">
          <a:xfrm>
            <a:off x="9884458" y="2613787"/>
            <a:ext cx="6527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878" y="982134"/>
            <a:ext cx="8453906" cy="2696632"/>
          </a:xfrm>
        </p:spPr>
        <p:txBody>
          <a:bodyPr/>
          <a:lstStyle>
            <a:lvl1pPr>
              <a:defRPr sz="4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945945" y="3678766"/>
            <a:ext cx="773121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029199"/>
            <a:ext cx="9244897" cy="997857"/>
          </a:xfrm>
        </p:spPr>
        <p:txBody>
          <a:bodyPr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D9FF7F-6988-44CC-821B-644E70CD2F73}" type="datetimeFigureOut">
              <a:rPr lang="en-US" dirty="0"/>
              <a:t>5/14/2020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9" name="Rectangle 18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370667"/>
            <a:ext cx="8825660" cy="1822514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5024967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2C299-16B2-4475-990D-751901EACC14}" type="datetimeFigureOut">
              <a:rPr lang="en-US" dirty="0"/>
              <a:t>5/14/2020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2"/>
            <a:ext cx="314187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54953" y="3179764"/>
            <a:ext cx="314187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2721" y="2603500"/>
            <a:ext cx="314700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12721" y="3179763"/>
            <a:ext cx="314700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88135" y="2603501"/>
            <a:ext cx="314573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88329" y="3179762"/>
            <a:ext cx="3145536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440397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77240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86839-B9D8-4651-8783-F325ECE74E65}" type="datetimeFigureOut">
              <a:rPr lang="en-US" dirty="0"/>
              <a:t>5/14/2020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de image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532844"/>
            <a:ext cx="30504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4553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54954" y="5109106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865" y="4532844"/>
            <a:ext cx="3050438" cy="576263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748462" y="2603500"/>
            <a:ext cx="2691243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70172" y="5109105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82775" y="4532845"/>
            <a:ext cx="305109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63031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82775" y="5109104"/>
            <a:ext cx="3051096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440583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7797802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484F64-32F6-45C5-931F-ADC1662401D0}" type="datetimeFigureOut">
              <a:rPr lang="en-US" dirty="0"/>
              <a:t>5/14/2020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61111" y="6391838"/>
            <a:ext cx="3644282" cy="30480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2603500"/>
            <a:ext cx="8825659" cy="3416300"/>
          </a:xfrm>
        </p:spPr>
        <p:txBody>
          <a:bodyPr vert="eaVert" anchor="t" anchorCtr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95439" y="6391838"/>
            <a:ext cx="990599" cy="304799"/>
          </a:xfrm>
        </p:spPr>
        <p:txBody>
          <a:bodyPr/>
          <a:lstStyle/>
          <a:p>
            <a:fld id="{53086D93-FCAC-47E0-A2EE-787E62CA814C}" type="datetimeFigureOut">
              <a:rPr lang="en-US" dirty="0"/>
              <a:t>5/14/2020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85235" y="1278467"/>
            <a:ext cx="1409965" cy="4748590"/>
          </a:xfrm>
        </p:spPr>
        <p:txBody>
          <a:bodyPr vert="eaVert" anchor="b" anchorCtr="0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1278467"/>
            <a:ext cx="6256025" cy="4748590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53104" y="6391838"/>
            <a:ext cx="992135" cy="304799"/>
          </a:xfrm>
        </p:spPr>
        <p:txBody>
          <a:bodyPr/>
          <a:lstStyle/>
          <a:p>
            <a:fld id="{CDA879A6-0FD0-4734-A311-86BFCA472E6E}" type="datetimeFigureOut">
              <a:rPr lang="en-US" dirty="0"/>
              <a:t>5/14/2020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154954" y="973668"/>
            <a:ext cx="8761413" cy="7069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8761413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 i="0">
                <a:solidFill>
                  <a:schemeClr val="accent1"/>
                </a:solidFill>
              </a:defRPr>
            </a:lvl1pPr>
          </a:lstStyle>
          <a:p>
            <a:fld id="{2BE451C3-0FF4-47C4-B829-773ADF60F88C}" type="datetimeFigureOut">
              <a:rPr lang="en-US" dirty="0"/>
              <a:t>5/14/2020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 i="0">
                <a:solidFill>
                  <a:schemeClr val="accent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1" name="Rectangle 2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bg1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73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72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6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FC8703-A892-40BE-BB56-A3A3D663587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MX" dirty="0"/>
              <a:t>FASE 1 Y 2 (PROYECTO MIPS)	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E88445D-9271-4047-ABA6-788D0538CE5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s-MX" dirty="0"/>
              <a:t>González Ramos Jorge Humberto</a:t>
            </a:r>
          </a:p>
          <a:p>
            <a:r>
              <a:rPr lang="es-MX" dirty="0"/>
              <a:t>Ochoa Velasco Dana</a:t>
            </a:r>
          </a:p>
          <a:p>
            <a:r>
              <a:rPr lang="es-MX" dirty="0"/>
              <a:t>Jiménez Vital Francisco</a:t>
            </a:r>
          </a:p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36412819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0A57B47-3044-4A45-B7C1-AD3AF5A5A0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 err="1"/>
              <a:t>Datapath</a:t>
            </a:r>
            <a:r>
              <a:rPr lang="es-MX" dirty="0"/>
              <a:t> Fase 1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6A8525FD-A43A-40C0-8707-AF900692A1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4398" y="1680632"/>
            <a:ext cx="8877300" cy="5038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73771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FD9F6963-CD56-4363-B3F3-45CABC7137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209" y="1269662"/>
            <a:ext cx="11291581" cy="5437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64024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223E682-2C1F-4632-BAD7-D11491A5E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Resumen Fase 1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A7F3D0D-7BFF-460A-BAA1-07CC1DA8C0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MX" dirty="0"/>
              <a:t>En esta fase únicamente podemos utilizar instrucciones de tipo R y no contamos con una memoria por lo que no es posible guardar los resultados más que en registros.</a:t>
            </a:r>
          </a:p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37227429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0170B12-F69D-4CF5-A4E0-9865884796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Resultados fase 1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32EF728-51E8-4618-9E4D-8F7A529175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MX" dirty="0"/>
              <a:t>Se subió unos archivos para probar esta fase y tuvimos estos resultados.</a:t>
            </a:r>
          </a:p>
          <a:p>
            <a:endParaRPr lang="es-MX" dirty="0"/>
          </a:p>
          <a:p>
            <a:endParaRPr lang="es-MX" dirty="0"/>
          </a:p>
          <a:p>
            <a:r>
              <a:rPr lang="es-MX" dirty="0"/>
              <a:t>Los cuales concuerdan con los indicados en </a:t>
            </a:r>
            <a:r>
              <a:rPr lang="es-MX" dirty="0" err="1"/>
              <a:t>moodle</a:t>
            </a:r>
            <a:endParaRPr lang="es-MX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2CA67C63-1F46-4760-8157-32D3F9AB8E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8300" y="2950740"/>
            <a:ext cx="4457700" cy="704850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DB86F0D6-B23C-4C49-A288-26832E3F59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8300" y="4311650"/>
            <a:ext cx="1609725" cy="1362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31945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4664572-380B-4A6C-802D-D0DBD68CBF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 err="1"/>
              <a:t>Datapath</a:t>
            </a:r>
            <a:r>
              <a:rPr lang="es-MX" dirty="0"/>
              <a:t> fase 2</a:t>
            </a:r>
          </a:p>
        </p:txBody>
      </p:sp>
      <p:pic>
        <p:nvPicPr>
          <p:cNvPr id="5" name="Marcador de contenido 4" descr="Imagen que contiene mapa, cuarto&#10;&#10;Descripción generada automáticamente">
            <a:extLst>
              <a:ext uri="{FF2B5EF4-FFF2-40B4-BE49-F238E27FC236}">
                <a16:creationId xmlns:a16="http://schemas.microsoft.com/office/drawing/2014/main" id="{55F1DAA7-8B4D-4D8D-A73A-A1F65548B25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78384" y="2028182"/>
            <a:ext cx="11147406" cy="3856150"/>
          </a:xfrm>
        </p:spPr>
      </p:pic>
    </p:spTree>
    <p:extLst>
      <p:ext uri="{BB962C8B-B14F-4D97-AF65-F5344CB8AC3E}">
        <p14:creationId xmlns:p14="http://schemas.microsoft.com/office/powerpoint/2010/main" val="33821883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F3CE42C-1C47-4480-81EB-7FD846B16C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Resumen fase 2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1293B58-EF6F-4634-AEF6-3295E7228A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MX" dirty="0"/>
              <a:t>En esta fase se añaden módulos para shift, extender de señal y otros módulos como la memoria.</a:t>
            </a:r>
          </a:p>
          <a:p>
            <a:r>
              <a:rPr lang="es-MX" dirty="0"/>
              <a:t>Con estos módulos es posible crear </a:t>
            </a:r>
            <a:r>
              <a:rPr lang="es-MX" dirty="0" err="1"/>
              <a:t>branches</a:t>
            </a:r>
            <a:r>
              <a:rPr lang="es-MX" dirty="0"/>
              <a:t> y también hacer uso de la memoria de datos.</a:t>
            </a:r>
          </a:p>
          <a:p>
            <a:r>
              <a:rPr lang="es-MX" dirty="0"/>
              <a:t>Las instrucciones añadidas son ADDI, SLTI, ANDI, ORI, SW, LW, BEQ.</a:t>
            </a:r>
          </a:p>
          <a:p>
            <a:pPr marL="0" indent="0">
              <a:buNone/>
            </a:pPr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232278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F44A4ED-AB47-4080-AF68-128BBF921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Resultados fase 2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F048434-8AD5-41CD-B3C3-50A77E9F98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MX" dirty="0"/>
              <a:t>Y estos fueron los resultados de la fase </a:t>
            </a:r>
          </a:p>
          <a:p>
            <a:endParaRPr lang="es-MX" dirty="0"/>
          </a:p>
          <a:p>
            <a:endParaRPr lang="es-MX" dirty="0"/>
          </a:p>
          <a:p>
            <a:pPr marL="0" indent="0">
              <a:buNone/>
            </a:pPr>
            <a:r>
              <a:rPr lang="es-MX" dirty="0"/>
              <a:t>Registro                           									Memoria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43110BB6-90F1-4308-A032-CF591752A6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573" y="3038475"/>
            <a:ext cx="4973056" cy="600575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ACC4DF36-557C-477C-A405-6149A59975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4412" y="2803395"/>
            <a:ext cx="2961955" cy="835655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E00880E4-038B-4948-B1AD-CD89A62A6F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54954" y="4804567"/>
            <a:ext cx="3841685" cy="16502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530331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7B7C3C2-1C4E-42BB-9D41-75CD22CA8C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Investigación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4647C8A-0BCC-4FFA-B825-D23E7AE36B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620893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161CCD9-0D80-4DA8-9881-71D2609B4D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Opciones de ensamblador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E2566E6-87D6-4A49-BF79-9A64B37F62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MX" dirty="0"/>
              <a:t>Números perfectos</a:t>
            </a:r>
          </a:p>
          <a:p>
            <a:r>
              <a:rPr lang="es-MX" dirty="0"/>
              <a:t>Máximo común divisor</a:t>
            </a:r>
          </a:p>
          <a:p>
            <a:r>
              <a:rPr lang="es-MX" dirty="0"/>
              <a:t>Detectar el tipo de triángulo</a:t>
            </a:r>
          </a:p>
          <a:p>
            <a:r>
              <a:rPr lang="es-MX" dirty="0" err="1"/>
              <a:t>Selective</a:t>
            </a:r>
            <a:r>
              <a:rPr lang="es-MX" dirty="0"/>
              <a:t> </a:t>
            </a:r>
            <a:r>
              <a:rPr lang="es-MX" dirty="0" err="1"/>
              <a:t>sort</a:t>
            </a:r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99039711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ala de reuniones Ion">
  <a:themeElements>
    <a:clrScheme name="Ion Boardroom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Ion Boardroom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 Boardroom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Sala de reuniones Ion</Template>
  <TotalTime>78</TotalTime>
  <Words>166</Words>
  <Application>Microsoft Office PowerPoint</Application>
  <PresentationFormat>Panorámica</PresentationFormat>
  <Paragraphs>28</Paragraphs>
  <Slides>10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4" baseType="lpstr">
      <vt:lpstr>Arial</vt:lpstr>
      <vt:lpstr>Century Gothic</vt:lpstr>
      <vt:lpstr>Wingdings 3</vt:lpstr>
      <vt:lpstr>Sala de reuniones Ion</vt:lpstr>
      <vt:lpstr>FASE 1 Y 2 (PROYECTO MIPS) </vt:lpstr>
      <vt:lpstr>Datapath Fase 1</vt:lpstr>
      <vt:lpstr>Presentación de PowerPoint</vt:lpstr>
      <vt:lpstr>Resumen Fase 1</vt:lpstr>
      <vt:lpstr>Resultados fase 1</vt:lpstr>
      <vt:lpstr>Datapath fase 2</vt:lpstr>
      <vt:lpstr>Resumen fase 2</vt:lpstr>
      <vt:lpstr>Resultados fase 2</vt:lpstr>
      <vt:lpstr>Investigación</vt:lpstr>
      <vt:lpstr>Opciones de ensamblador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FASE 1 PROYECTO MIPS</dc:title>
  <dc:creator>Jorge Gonzalez</dc:creator>
  <cp:lastModifiedBy>Jorge Gonzalez</cp:lastModifiedBy>
  <cp:revision>6</cp:revision>
  <dcterms:created xsi:type="dcterms:W3CDTF">2020-05-08T03:55:36Z</dcterms:created>
  <dcterms:modified xsi:type="dcterms:W3CDTF">2020-05-14T08:32:25Z</dcterms:modified>
</cp:coreProperties>
</file>