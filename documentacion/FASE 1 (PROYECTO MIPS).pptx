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C8703-A892-40BE-BB56-A3A3D66358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FASE 1 (PROYECTO MIPS)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88445D-9271-4047-ABA6-788D0538CE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MX" dirty="0"/>
              <a:t>González Ramos Jorge Humberto</a:t>
            </a:r>
          </a:p>
          <a:p>
            <a:r>
              <a:rPr lang="es-MX" dirty="0"/>
              <a:t>Ochoa Velasco Dana</a:t>
            </a:r>
          </a:p>
          <a:p>
            <a:r>
              <a:rPr lang="es-MX" dirty="0"/>
              <a:t>Jiménez Vital Francisco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41281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57B47-3044-4A45-B7C1-AD3AF5A5A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Datapath</a:t>
            </a:r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A8525FD-A43A-40C0-8707-AF900692A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98" y="1680632"/>
            <a:ext cx="887730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77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D9F6963-CD56-4363-B3F3-45CABC713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09" y="1269662"/>
            <a:ext cx="11291581" cy="543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02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1CCD9-0D80-4DA8-9881-71D2609B4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Opciones de ensamblador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2566E6-87D6-4A49-BF79-9A64B37F6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Números perfectos</a:t>
            </a:r>
          </a:p>
          <a:p>
            <a:r>
              <a:rPr lang="es-MX" dirty="0"/>
              <a:t>Máximo común divisor</a:t>
            </a:r>
          </a:p>
          <a:p>
            <a:r>
              <a:rPr lang="es-MX" dirty="0"/>
              <a:t>Detectar el tipo de triángulo</a:t>
            </a:r>
          </a:p>
          <a:p>
            <a:r>
              <a:rPr lang="es-MX" dirty="0" err="1"/>
              <a:t>Selective</a:t>
            </a:r>
            <a:r>
              <a:rPr lang="es-MX" dirty="0"/>
              <a:t> </a:t>
            </a:r>
            <a:r>
              <a:rPr lang="es-MX" dirty="0" err="1"/>
              <a:t>sort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903971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Sala de reuniones Ion</Template>
  <TotalTime>52</TotalTime>
  <Words>32</Words>
  <Application>Microsoft Office PowerPoint</Application>
  <PresentationFormat>Panorámica</PresentationFormat>
  <Paragraphs>10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Sala de reuniones Ion</vt:lpstr>
      <vt:lpstr>FASE 1 (PROYECTO MIPS) </vt:lpstr>
      <vt:lpstr>Datapath</vt:lpstr>
      <vt:lpstr>Presentación de PowerPoint</vt:lpstr>
      <vt:lpstr>Opciones de ensamblador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FASE 1 PROYECTO MIPS</dc:title>
  <dc:creator>Jorge Gonzalez</dc:creator>
  <cp:lastModifiedBy>Jorge Gonzalez</cp:lastModifiedBy>
  <cp:revision>4</cp:revision>
  <dcterms:created xsi:type="dcterms:W3CDTF">2020-05-08T03:55:36Z</dcterms:created>
  <dcterms:modified xsi:type="dcterms:W3CDTF">2020-05-08T04:47:40Z</dcterms:modified>
</cp:coreProperties>
</file>