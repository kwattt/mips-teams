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5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E1B74D-AAD6-44D5-AA59-1688932F1B7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E6671DFE-DBBA-4BC9-B7B8-B3A10C405965}">
      <dgm:prSet/>
      <dgm:spPr/>
      <dgm:t>
        <a:bodyPr/>
        <a:lstStyle/>
        <a:p>
          <a:pPr>
            <a:defRPr cap="all"/>
          </a:pPr>
          <a:r>
            <a:rPr lang="es-MX" b="0" i="0"/>
            <a:t>Números perfectos</a:t>
          </a:r>
          <a:endParaRPr lang="en-US"/>
        </a:p>
      </dgm:t>
    </dgm:pt>
    <dgm:pt modelId="{A497A596-40CB-40D3-A70F-8DE0019B2AD6}" type="parTrans" cxnId="{333EB50E-FC41-40F8-971E-0A4B4FF26EB6}">
      <dgm:prSet/>
      <dgm:spPr/>
      <dgm:t>
        <a:bodyPr/>
        <a:lstStyle/>
        <a:p>
          <a:endParaRPr lang="en-US"/>
        </a:p>
      </dgm:t>
    </dgm:pt>
    <dgm:pt modelId="{F3EA8BBC-06F8-4E6F-B36F-2ABF2484C736}" type="sibTrans" cxnId="{333EB50E-FC41-40F8-971E-0A4B4FF26EB6}">
      <dgm:prSet/>
      <dgm:spPr/>
      <dgm:t>
        <a:bodyPr/>
        <a:lstStyle/>
        <a:p>
          <a:endParaRPr lang="en-US"/>
        </a:p>
      </dgm:t>
    </dgm:pt>
    <dgm:pt modelId="{BD217382-B410-46C9-ACA7-54B2BE9347AB}">
      <dgm:prSet/>
      <dgm:spPr/>
      <dgm:t>
        <a:bodyPr/>
        <a:lstStyle/>
        <a:p>
          <a:pPr>
            <a:defRPr cap="all"/>
          </a:pPr>
          <a:r>
            <a:rPr lang="es-MX" b="0" i="0"/>
            <a:t>Máximo común divisor</a:t>
          </a:r>
          <a:endParaRPr lang="en-US"/>
        </a:p>
      </dgm:t>
    </dgm:pt>
    <dgm:pt modelId="{B7BE42D9-7501-47F3-9D42-435845C96BB3}" type="parTrans" cxnId="{3372D745-AB7D-4B69-B6E6-B824ECEDC981}">
      <dgm:prSet/>
      <dgm:spPr/>
      <dgm:t>
        <a:bodyPr/>
        <a:lstStyle/>
        <a:p>
          <a:endParaRPr lang="en-US"/>
        </a:p>
      </dgm:t>
    </dgm:pt>
    <dgm:pt modelId="{E5D93C5A-00C0-4AE6-8CB2-5806B5D90A7B}" type="sibTrans" cxnId="{3372D745-AB7D-4B69-B6E6-B824ECEDC981}">
      <dgm:prSet/>
      <dgm:spPr/>
      <dgm:t>
        <a:bodyPr/>
        <a:lstStyle/>
        <a:p>
          <a:endParaRPr lang="en-US"/>
        </a:p>
      </dgm:t>
    </dgm:pt>
    <dgm:pt modelId="{7B6FBED8-617E-42E9-8EF4-C258AD0039C1}">
      <dgm:prSet/>
      <dgm:spPr/>
      <dgm:t>
        <a:bodyPr/>
        <a:lstStyle/>
        <a:p>
          <a:pPr>
            <a:defRPr cap="all"/>
          </a:pPr>
          <a:r>
            <a:rPr lang="es-MX" b="0" i="0"/>
            <a:t>Detectar el tipo de triángulo</a:t>
          </a:r>
          <a:endParaRPr lang="en-US"/>
        </a:p>
      </dgm:t>
    </dgm:pt>
    <dgm:pt modelId="{C23DD8D1-B5EE-46B9-8866-B6F3BE01DEFC}" type="parTrans" cxnId="{1EA9648F-F50A-44BF-B637-847D6C513494}">
      <dgm:prSet/>
      <dgm:spPr/>
      <dgm:t>
        <a:bodyPr/>
        <a:lstStyle/>
        <a:p>
          <a:endParaRPr lang="en-US"/>
        </a:p>
      </dgm:t>
    </dgm:pt>
    <dgm:pt modelId="{B3CEDB23-C32E-4B33-910B-B03ACDCDF7E1}" type="sibTrans" cxnId="{1EA9648F-F50A-44BF-B637-847D6C513494}">
      <dgm:prSet/>
      <dgm:spPr/>
      <dgm:t>
        <a:bodyPr/>
        <a:lstStyle/>
        <a:p>
          <a:endParaRPr lang="en-US"/>
        </a:p>
      </dgm:t>
    </dgm:pt>
    <dgm:pt modelId="{1A16C080-3715-449C-974C-BC1D803006A1}">
      <dgm:prSet/>
      <dgm:spPr/>
      <dgm:t>
        <a:bodyPr/>
        <a:lstStyle/>
        <a:p>
          <a:pPr>
            <a:defRPr cap="all"/>
          </a:pPr>
          <a:r>
            <a:rPr lang="es-MX" b="0" i="0"/>
            <a:t>Selective sort</a:t>
          </a:r>
          <a:endParaRPr lang="en-US"/>
        </a:p>
      </dgm:t>
    </dgm:pt>
    <dgm:pt modelId="{12CDD943-C817-439C-8F03-13D3E8AFB622}" type="parTrans" cxnId="{5ECEF2A6-1113-4821-A60A-A1E111AAC3D0}">
      <dgm:prSet/>
      <dgm:spPr/>
      <dgm:t>
        <a:bodyPr/>
        <a:lstStyle/>
        <a:p>
          <a:endParaRPr lang="en-US"/>
        </a:p>
      </dgm:t>
    </dgm:pt>
    <dgm:pt modelId="{2FC24D78-F894-4B21-A5A2-F832625BF374}" type="sibTrans" cxnId="{5ECEF2A6-1113-4821-A60A-A1E111AAC3D0}">
      <dgm:prSet/>
      <dgm:spPr/>
      <dgm:t>
        <a:bodyPr/>
        <a:lstStyle/>
        <a:p>
          <a:endParaRPr lang="en-US"/>
        </a:p>
      </dgm:t>
    </dgm:pt>
    <dgm:pt modelId="{7221003A-7154-4F58-99FB-665855E15FF4}" type="pres">
      <dgm:prSet presAssocID="{D9E1B74D-AAD6-44D5-AA59-1688932F1B7C}" presName="root" presStyleCnt="0">
        <dgm:presLayoutVars>
          <dgm:dir/>
          <dgm:resizeHandles val="exact"/>
        </dgm:presLayoutVars>
      </dgm:prSet>
      <dgm:spPr/>
    </dgm:pt>
    <dgm:pt modelId="{5D98D675-3C79-46FA-8B04-80C39AE8F0FB}" type="pres">
      <dgm:prSet presAssocID="{E6671DFE-DBBA-4BC9-B7B8-B3A10C405965}" presName="compNode" presStyleCnt="0"/>
      <dgm:spPr/>
    </dgm:pt>
    <dgm:pt modelId="{EF7CA0CB-3DF2-46B8-8A88-71EA2CEEEF4A}" type="pres">
      <dgm:prSet presAssocID="{E6671DFE-DBBA-4BC9-B7B8-B3A10C405965}" presName="iconBgRect" presStyleLbl="bgShp" presStyleIdx="0" presStyleCnt="4"/>
      <dgm:spPr/>
    </dgm:pt>
    <dgm:pt modelId="{3D0F8A27-352A-499B-8BD8-59D4E9C1D154}" type="pres">
      <dgm:prSet presAssocID="{E6671DFE-DBBA-4BC9-B7B8-B3A10C40596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EA3398E-FED5-44ED-84E6-400EDE959B02}" type="pres">
      <dgm:prSet presAssocID="{E6671DFE-DBBA-4BC9-B7B8-B3A10C405965}" presName="spaceRect" presStyleCnt="0"/>
      <dgm:spPr/>
    </dgm:pt>
    <dgm:pt modelId="{0497B9B5-5703-4BC4-A3BD-ED0D569D0E9B}" type="pres">
      <dgm:prSet presAssocID="{E6671DFE-DBBA-4BC9-B7B8-B3A10C405965}" presName="textRect" presStyleLbl="revTx" presStyleIdx="0" presStyleCnt="4">
        <dgm:presLayoutVars>
          <dgm:chMax val="1"/>
          <dgm:chPref val="1"/>
        </dgm:presLayoutVars>
      </dgm:prSet>
      <dgm:spPr/>
    </dgm:pt>
    <dgm:pt modelId="{B16446D0-9C68-4ADC-92F7-ABA10A16E95D}" type="pres">
      <dgm:prSet presAssocID="{F3EA8BBC-06F8-4E6F-B36F-2ABF2484C736}" presName="sibTrans" presStyleCnt="0"/>
      <dgm:spPr/>
    </dgm:pt>
    <dgm:pt modelId="{7D37C3DC-76A5-4B34-B463-49FEEE01E513}" type="pres">
      <dgm:prSet presAssocID="{BD217382-B410-46C9-ACA7-54B2BE9347AB}" presName="compNode" presStyleCnt="0"/>
      <dgm:spPr/>
    </dgm:pt>
    <dgm:pt modelId="{2399212E-A48F-4592-985C-E90E16384E4B}" type="pres">
      <dgm:prSet presAssocID="{BD217382-B410-46C9-ACA7-54B2BE9347AB}" presName="iconBgRect" presStyleLbl="bgShp" presStyleIdx="1" presStyleCnt="4"/>
      <dgm:spPr/>
    </dgm:pt>
    <dgm:pt modelId="{DBB7481D-2FE5-4B3B-8689-F782798F5606}" type="pres">
      <dgm:prSet presAssocID="{BD217382-B410-46C9-ACA7-54B2BE9347A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5FD4DD7F-844A-400F-AA7A-3FC4AA1CBF7A}" type="pres">
      <dgm:prSet presAssocID="{BD217382-B410-46C9-ACA7-54B2BE9347AB}" presName="spaceRect" presStyleCnt="0"/>
      <dgm:spPr/>
    </dgm:pt>
    <dgm:pt modelId="{8D04E356-BFDC-4B58-8756-7B5531DB2EA2}" type="pres">
      <dgm:prSet presAssocID="{BD217382-B410-46C9-ACA7-54B2BE9347AB}" presName="textRect" presStyleLbl="revTx" presStyleIdx="1" presStyleCnt="4">
        <dgm:presLayoutVars>
          <dgm:chMax val="1"/>
          <dgm:chPref val="1"/>
        </dgm:presLayoutVars>
      </dgm:prSet>
      <dgm:spPr/>
    </dgm:pt>
    <dgm:pt modelId="{63DFE895-75E8-43BE-BC75-81E00FE74B83}" type="pres">
      <dgm:prSet presAssocID="{E5D93C5A-00C0-4AE6-8CB2-5806B5D90A7B}" presName="sibTrans" presStyleCnt="0"/>
      <dgm:spPr/>
    </dgm:pt>
    <dgm:pt modelId="{CFB0844E-6A61-4E73-8190-4C1C5CF5FC29}" type="pres">
      <dgm:prSet presAssocID="{7B6FBED8-617E-42E9-8EF4-C258AD0039C1}" presName="compNode" presStyleCnt="0"/>
      <dgm:spPr/>
    </dgm:pt>
    <dgm:pt modelId="{4B22C458-619F-42D4-ABC2-B75640ACFB2C}" type="pres">
      <dgm:prSet presAssocID="{7B6FBED8-617E-42E9-8EF4-C258AD0039C1}" presName="iconBgRect" presStyleLbl="bgShp" presStyleIdx="2" presStyleCnt="4"/>
      <dgm:spPr/>
    </dgm:pt>
    <dgm:pt modelId="{BF5F8C2F-87FE-4A52-865B-54622CB4B1D7}" type="pres">
      <dgm:prSet presAssocID="{7B6FBED8-617E-42E9-8EF4-C258AD0039C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In"/>
        </a:ext>
      </dgm:extLst>
    </dgm:pt>
    <dgm:pt modelId="{15B58121-07DF-44A6-9D97-AE3189107420}" type="pres">
      <dgm:prSet presAssocID="{7B6FBED8-617E-42E9-8EF4-C258AD0039C1}" presName="spaceRect" presStyleCnt="0"/>
      <dgm:spPr/>
    </dgm:pt>
    <dgm:pt modelId="{3708770F-1433-4A06-B086-C0C507C1B0ED}" type="pres">
      <dgm:prSet presAssocID="{7B6FBED8-617E-42E9-8EF4-C258AD0039C1}" presName="textRect" presStyleLbl="revTx" presStyleIdx="2" presStyleCnt="4">
        <dgm:presLayoutVars>
          <dgm:chMax val="1"/>
          <dgm:chPref val="1"/>
        </dgm:presLayoutVars>
      </dgm:prSet>
      <dgm:spPr/>
    </dgm:pt>
    <dgm:pt modelId="{40281CB7-8A9B-4872-83B9-B008E51D650D}" type="pres">
      <dgm:prSet presAssocID="{B3CEDB23-C32E-4B33-910B-B03ACDCDF7E1}" presName="sibTrans" presStyleCnt="0"/>
      <dgm:spPr/>
    </dgm:pt>
    <dgm:pt modelId="{1F30FD61-8FC2-4DA0-8FD6-EE4899911571}" type="pres">
      <dgm:prSet presAssocID="{1A16C080-3715-449C-974C-BC1D803006A1}" presName="compNode" presStyleCnt="0"/>
      <dgm:spPr/>
    </dgm:pt>
    <dgm:pt modelId="{DD2EBC54-68FB-4641-A27D-C05072467F7C}" type="pres">
      <dgm:prSet presAssocID="{1A16C080-3715-449C-974C-BC1D803006A1}" presName="iconBgRect" presStyleLbl="bgShp" presStyleIdx="3" presStyleCnt="4"/>
      <dgm:spPr/>
    </dgm:pt>
    <dgm:pt modelId="{BB2BF3D1-4E10-4A20-8C04-CE5B8F393261}" type="pres">
      <dgm:prSet presAssocID="{1A16C080-3715-449C-974C-BC1D803006A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2BE4969-8D83-42FC-B33E-6568AB7F6F18}" type="pres">
      <dgm:prSet presAssocID="{1A16C080-3715-449C-974C-BC1D803006A1}" presName="spaceRect" presStyleCnt="0"/>
      <dgm:spPr/>
    </dgm:pt>
    <dgm:pt modelId="{C2F6640A-74A0-411A-B4B1-6DAA6292458E}" type="pres">
      <dgm:prSet presAssocID="{1A16C080-3715-449C-974C-BC1D803006A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33EB50E-FC41-40F8-971E-0A4B4FF26EB6}" srcId="{D9E1B74D-AAD6-44D5-AA59-1688932F1B7C}" destId="{E6671DFE-DBBA-4BC9-B7B8-B3A10C405965}" srcOrd="0" destOrd="0" parTransId="{A497A596-40CB-40D3-A70F-8DE0019B2AD6}" sibTransId="{F3EA8BBC-06F8-4E6F-B36F-2ABF2484C736}"/>
    <dgm:cxn modelId="{F5181C3B-1A7B-4280-82F9-AB24EBAB809C}" type="presOf" srcId="{D9E1B74D-AAD6-44D5-AA59-1688932F1B7C}" destId="{7221003A-7154-4F58-99FB-665855E15FF4}" srcOrd="0" destOrd="0" presId="urn:microsoft.com/office/officeart/2018/5/layout/IconCircleLabelList"/>
    <dgm:cxn modelId="{8AC92560-0E29-413D-A6C3-3522822D7BA6}" type="presOf" srcId="{BD217382-B410-46C9-ACA7-54B2BE9347AB}" destId="{8D04E356-BFDC-4B58-8756-7B5531DB2EA2}" srcOrd="0" destOrd="0" presId="urn:microsoft.com/office/officeart/2018/5/layout/IconCircleLabelList"/>
    <dgm:cxn modelId="{3372D745-AB7D-4B69-B6E6-B824ECEDC981}" srcId="{D9E1B74D-AAD6-44D5-AA59-1688932F1B7C}" destId="{BD217382-B410-46C9-ACA7-54B2BE9347AB}" srcOrd="1" destOrd="0" parTransId="{B7BE42D9-7501-47F3-9D42-435845C96BB3}" sibTransId="{E5D93C5A-00C0-4AE6-8CB2-5806B5D90A7B}"/>
    <dgm:cxn modelId="{A6536777-86B5-4AAD-8EAA-F0B6309D00FA}" type="presOf" srcId="{7B6FBED8-617E-42E9-8EF4-C258AD0039C1}" destId="{3708770F-1433-4A06-B086-C0C507C1B0ED}" srcOrd="0" destOrd="0" presId="urn:microsoft.com/office/officeart/2018/5/layout/IconCircleLabelList"/>
    <dgm:cxn modelId="{8AED337F-93B3-47D0-BBC5-64ED8E9056EC}" type="presOf" srcId="{1A16C080-3715-449C-974C-BC1D803006A1}" destId="{C2F6640A-74A0-411A-B4B1-6DAA6292458E}" srcOrd="0" destOrd="0" presId="urn:microsoft.com/office/officeart/2018/5/layout/IconCircleLabelList"/>
    <dgm:cxn modelId="{1EA9648F-F50A-44BF-B637-847D6C513494}" srcId="{D9E1B74D-AAD6-44D5-AA59-1688932F1B7C}" destId="{7B6FBED8-617E-42E9-8EF4-C258AD0039C1}" srcOrd="2" destOrd="0" parTransId="{C23DD8D1-B5EE-46B9-8866-B6F3BE01DEFC}" sibTransId="{B3CEDB23-C32E-4B33-910B-B03ACDCDF7E1}"/>
    <dgm:cxn modelId="{5ECEF2A6-1113-4821-A60A-A1E111AAC3D0}" srcId="{D9E1B74D-AAD6-44D5-AA59-1688932F1B7C}" destId="{1A16C080-3715-449C-974C-BC1D803006A1}" srcOrd="3" destOrd="0" parTransId="{12CDD943-C817-439C-8F03-13D3E8AFB622}" sibTransId="{2FC24D78-F894-4B21-A5A2-F832625BF374}"/>
    <dgm:cxn modelId="{430C82DA-0C48-4EDC-9246-1D87609DB6C4}" type="presOf" srcId="{E6671DFE-DBBA-4BC9-B7B8-B3A10C405965}" destId="{0497B9B5-5703-4BC4-A3BD-ED0D569D0E9B}" srcOrd="0" destOrd="0" presId="urn:microsoft.com/office/officeart/2018/5/layout/IconCircleLabelList"/>
    <dgm:cxn modelId="{DA49F7AF-0A4C-46D5-8BEF-0D3E7BEF04C7}" type="presParOf" srcId="{7221003A-7154-4F58-99FB-665855E15FF4}" destId="{5D98D675-3C79-46FA-8B04-80C39AE8F0FB}" srcOrd="0" destOrd="0" presId="urn:microsoft.com/office/officeart/2018/5/layout/IconCircleLabelList"/>
    <dgm:cxn modelId="{6B670FD7-9538-4512-B5DE-42A448A8CBA1}" type="presParOf" srcId="{5D98D675-3C79-46FA-8B04-80C39AE8F0FB}" destId="{EF7CA0CB-3DF2-46B8-8A88-71EA2CEEEF4A}" srcOrd="0" destOrd="0" presId="urn:microsoft.com/office/officeart/2018/5/layout/IconCircleLabelList"/>
    <dgm:cxn modelId="{D8204FDD-F0C5-4059-A98B-CCB1F7637E81}" type="presParOf" srcId="{5D98D675-3C79-46FA-8B04-80C39AE8F0FB}" destId="{3D0F8A27-352A-499B-8BD8-59D4E9C1D154}" srcOrd="1" destOrd="0" presId="urn:microsoft.com/office/officeart/2018/5/layout/IconCircleLabelList"/>
    <dgm:cxn modelId="{D0571DF3-CAEB-4876-BE3E-6EDF849E6D23}" type="presParOf" srcId="{5D98D675-3C79-46FA-8B04-80C39AE8F0FB}" destId="{5EA3398E-FED5-44ED-84E6-400EDE959B02}" srcOrd="2" destOrd="0" presId="urn:microsoft.com/office/officeart/2018/5/layout/IconCircleLabelList"/>
    <dgm:cxn modelId="{41A93BCA-1A5D-4361-B623-E0E5A150BB84}" type="presParOf" srcId="{5D98D675-3C79-46FA-8B04-80C39AE8F0FB}" destId="{0497B9B5-5703-4BC4-A3BD-ED0D569D0E9B}" srcOrd="3" destOrd="0" presId="urn:microsoft.com/office/officeart/2018/5/layout/IconCircleLabelList"/>
    <dgm:cxn modelId="{077B2DD1-74AA-4A73-9149-EB190D26EDBA}" type="presParOf" srcId="{7221003A-7154-4F58-99FB-665855E15FF4}" destId="{B16446D0-9C68-4ADC-92F7-ABA10A16E95D}" srcOrd="1" destOrd="0" presId="urn:microsoft.com/office/officeart/2018/5/layout/IconCircleLabelList"/>
    <dgm:cxn modelId="{C856B27C-350C-40C7-AE9B-4831CA03F6B5}" type="presParOf" srcId="{7221003A-7154-4F58-99FB-665855E15FF4}" destId="{7D37C3DC-76A5-4B34-B463-49FEEE01E513}" srcOrd="2" destOrd="0" presId="urn:microsoft.com/office/officeart/2018/5/layout/IconCircleLabelList"/>
    <dgm:cxn modelId="{84DDB5D8-75DA-4F71-AF52-87BDA36CE6E3}" type="presParOf" srcId="{7D37C3DC-76A5-4B34-B463-49FEEE01E513}" destId="{2399212E-A48F-4592-985C-E90E16384E4B}" srcOrd="0" destOrd="0" presId="urn:microsoft.com/office/officeart/2018/5/layout/IconCircleLabelList"/>
    <dgm:cxn modelId="{2667427A-A374-4960-A2AA-C4526A8843BA}" type="presParOf" srcId="{7D37C3DC-76A5-4B34-B463-49FEEE01E513}" destId="{DBB7481D-2FE5-4B3B-8689-F782798F5606}" srcOrd="1" destOrd="0" presId="urn:microsoft.com/office/officeart/2018/5/layout/IconCircleLabelList"/>
    <dgm:cxn modelId="{483E01D0-D8E5-4A15-B41E-F3C7341A0A7E}" type="presParOf" srcId="{7D37C3DC-76A5-4B34-B463-49FEEE01E513}" destId="{5FD4DD7F-844A-400F-AA7A-3FC4AA1CBF7A}" srcOrd="2" destOrd="0" presId="urn:microsoft.com/office/officeart/2018/5/layout/IconCircleLabelList"/>
    <dgm:cxn modelId="{4B1E4014-C92E-4940-AA27-A5E4EBC161C6}" type="presParOf" srcId="{7D37C3DC-76A5-4B34-B463-49FEEE01E513}" destId="{8D04E356-BFDC-4B58-8756-7B5531DB2EA2}" srcOrd="3" destOrd="0" presId="urn:microsoft.com/office/officeart/2018/5/layout/IconCircleLabelList"/>
    <dgm:cxn modelId="{674DC579-86B3-4FE5-9FF2-98064E2FE5C4}" type="presParOf" srcId="{7221003A-7154-4F58-99FB-665855E15FF4}" destId="{63DFE895-75E8-43BE-BC75-81E00FE74B83}" srcOrd="3" destOrd="0" presId="urn:microsoft.com/office/officeart/2018/5/layout/IconCircleLabelList"/>
    <dgm:cxn modelId="{3C0CEAE2-2307-48E0-9CC4-3196CB838832}" type="presParOf" srcId="{7221003A-7154-4F58-99FB-665855E15FF4}" destId="{CFB0844E-6A61-4E73-8190-4C1C5CF5FC29}" srcOrd="4" destOrd="0" presId="urn:microsoft.com/office/officeart/2018/5/layout/IconCircleLabelList"/>
    <dgm:cxn modelId="{1BC61594-CB9C-4514-84C7-E6E07A0F9CF1}" type="presParOf" srcId="{CFB0844E-6A61-4E73-8190-4C1C5CF5FC29}" destId="{4B22C458-619F-42D4-ABC2-B75640ACFB2C}" srcOrd="0" destOrd="0" presId="urn:microsoft.com/office/officeart/2018/5/layout/IconCircleLabelList"/>
    <dgm:cxn modelId="{E2C763B5-92CB-47F6-8BE6-138DB79DDBED}" type="presParOf" srcId="{CFB0844E-6A61-4E73-8190-4C1C5CF5FC29}" destId="{BF5F8C2F-87FE-4A52-865B-54622CB4B1D7}" srcOrd="1" destOrd="0" presId="urn:microsoft.com/office/officeart/2018/5/layout/IconCircleLabelList"/>
    <dgm:cxn modelId="{A4D1E383-6C0D-42AA-A83D-701A4CE9CE6A}" type="presParOf" srcId="{CFB0844E-6A61-4E73-8190-4C1C5CF5FC29}" destId="{15B58121-07DF-44A6-9D97-AE3189107420}" srcOrd="2" destOrd="0" presId="urn:microsoft.com/office/officeart/2018/5/layout/IconCircleLabelList"/>
    <dgm:cxn modelId="{E61E2C77-AACE-4113-B280-F82BD601AB45}" type="presParOf" srcId="{CFB0844E-6A61-4E73-8190-4C1C5CF5FC29}" destId="{3708770F-1433-4A06-B086-C0C507C1B0ED}" srcOrd="3" destOrd="0" presId="urn:microsoft.com/office/officeart/2018/5/layout/IconCircleLabelList"/>
    <dgm:cxn modelId="{D11A34AC-28BF-4B78-9329-89731F6CD576}" type="presParOf" srcId="{7221003A-7154-4F58-99FB-665855E15FF4}" destId="{40281CB7-8A9B-4872-83B9-B008E51D650D}" srcOrd="5" destOrd="0" presId="urn:microsoft.com/office/officeart/2018/5/layout/IconCircleLabelList"/>
    <dgm:cxn modelId="{89DDAAB2-7688-42D4-8F0C-5B81FF2B4FC1}" type="presParOf" srcId="{7221003A-7154-4F58-99FB-665855E15FF4}" destId="{1F30FD61-8FC2-4DA0-8FD6-EE4899911571}" srcOrd="6" destOrd="0" presId="urn:microsoft.com/office/officeart/2018/5/layout/IconCircleLabelList"/>
    <dgm:cxn modelId="{B27E64FC-52DA-4D0A-BF19-B507925B70B1}" type="presParOf" srcId="{1F30FD61-8FC2-4DA0-8FD6-EE4899911571}" destId="{DD2EBC54-68FB-4641-A27D-C05072467F7C}" srcOrd="0" destOrd="0" presId="urn:microsoft.com/office/officeart/2018/5/layout/IconCircleLabelList"/>
    <dgm:cxn modelId="{6F7388BF-9C92-4BF7-BF86-FF43C6942F12}" type="presParOf" srcId="{1F30FD61-8FC2-4DA0-8FD6-EE4899911571}" destId="{BB2BF3D1-4E10-4A20-8C04-CE5B8F393261}" srcOrd="1" destOrd="0" presId="urn:microsoft.com/office/officeart/2018/5/layout/IconCircleLabelList"/>
    <dgm:cxn modelId="{C2466541-A338-4712-99C9-20E7BB3AA296}" type="presParOf" srcId="{1F30FD61-8FC2-4DA0-8FD6-EE4899911571}" destId="{42BE4969-8D83-42FC-B33E-6568AB7F6F18}" srcOrd="2" destOrd="0" presId="urn:microsoft.com/office/officeart/2018/5/layout/IconCircleLabelList"/>
    <dgm:cxn modelId="{1C78F2EE-9BEB-4309-A204-D0A7DDEEB40F}" type="presParOf" srcId="{1F30FD61-8FC2-4DA0-8FD6-EE4899911571}" destId="{C2F6640A-74A0-411A-B4B1-6DAA6292458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7CA0CB-3DF2-46B8-8A88-71EA2CEEEF4A}">
      <dsp:nvSpPr>
        <dsp:cNvPr id="0" name=""/>
        <dsp:cNvSpPr/>
      </dsp:nvSpPr>
      <dsp:spPr>
        <a:xfrm>
          <a:off x="585598" y="533524"/>
          <a:ext cx="1247171" cy="124717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0F8A27-352A-499B-8BD8-59D4E9C1D154}">
      <dsp:nvSpPr>
        <dsp:cNvPr id="0" name=""/>
        <dsp:cNvSpPr/>
      </dsp:nvSpPr>
      <dsp:spPr>
        <a:xfrm>
          <a:off x="851389" y="799314"/>
          <a:ext cx="715590" cy="7155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97B9B5-5703-4BC4-A3BD-ED0D569D0E9B}">
      <dsp:nvSpPr>
        <dsp:cNvPr id="0" name=""/>
        <dsp:cNvSpPr/>
      </dsp:nvSpPr>
      <dsp:spPr>
        <a:xfrm>
          <a:off x="186912" y="2169158"/>
          <a:ext cx="20445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800" b="0" i="0" kern="1200"/>
            <a:t>Números perfectos</a:t>
          </a:r>
          <a:endParaRPr lang="en-US" sz="1800" kern="1200"/>
        </a:p>
      </dsp:txBody>
      <dsp:txXfrm>
        <a:off x="186912" y="2169158"/>
        <a:ext cx="2044543" cy="720000"/>
      </dsp:txXfrm>
    </dsp:sp>
    <dsp:sp modelId="{2399212E-A48F-4592-985C-E90E16384E4B}">
      <dsp:nvSpPr>
        <dsp:cNvPr id="0" name=""/>
        <dsp:cNvSpPr/>
      </dsp:nvSpPr>
      <dsp:spPr>
        <a:xfrm>
          <a:off x="2987936" y="533524"/>
          <a:ext cx="1247171" cy="124717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7481D-2FE5-4B3B-8689-F782798F5606}">
      <dsp:nvSpPr>
        <dsp:cNvPr id="0" name=""/>
        <dsp:cNvSpPr/>
      </dsp:nvSpPr>
      <dsp:spPr>
        <a:xfrm>
          <a:off x="3253727" y="799314"/>
          <a:ext cx="715590" cy="7155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4E356-BFDC-4B58-8756-7B5531DB2EA2}">
      <dsp:nvSpPr>
        <dsp:cNvPr id="0" name=""/>
        <dsp:cNvSpPr/>
      </dsp:nvSpPr>
      <dsp:spPr>
        <a:xfrm>
          <a:off x="2589250" y="2169158"/>
          <a:ext cx="20445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800" b="0" i="0" kern="1200"/>
            <a:t>Máximo común divisor</a:t>
          </a:r>
          <a:endParaRPr lang="en-US" sz="1800" kern="1200"/>
        </a:p>
      </dsp:txBody>
      <dsp:txXfrm>
        <a:off x="2589250" y="2169158"/>
        <a:ext cx="2044543" cy="720000"/>
      </dsp:txXfrm>
    </dsp:sp>
    <dsp:sp modelId="{4B22C458-619F-42D4-ABC2-B75640ACFB2C}">
      <dsp:nvSpPr>
        <dsp:cNvPr id="0" name=""/>
        <dsp:cNvSpPr/>
      </dsp:nvSpPr>
      <dsp:spPr>
        <a:xfrm>
          <a:off x="5390274" y="533524"/>
          <a:ext cx="1247171" cy="124717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5F8C2F-87FE-4A52-865B-54622CB4B1D7}">
      <dsp:nvSpPr>
        <dsp:cNvPr id="0" name=""/>
        <dsp:cNvSpPr/>
      </dsp:nvSpPr>
      <dsp:spPr>
        <a:xfrm>
          <a:off x="5656065" y="799314"/>
          <a:ext cx="715590" cy="7155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08770F-1433-4A06-B086-C0C507C1B0ED}">
      <dsp:nvSpPr>
        <dsp:cNvPr id="0" name=""/>
        <dsp:cNvSpPr/>
      </dsp:nvSpPr>
      <dsp:spPr>
        <a:xfrm>
          <a:off x="4991589" y="2169158"/>
          <a:ext cx="20445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800" b="0" i="0" kern="1200"/>
            <a:t>Detectar el tipo de triángulo</a:t>
          </a:r>
          <a:endParaRPr lang="en-US" sz="1800" kern="1200"/>
        </a:p>
      </dsp:txBody>
      <dsp:txXfrm>
        <a:off x="4991589" y="2169158"/>
        <a:ext cx="2044543" cy="720000"/>
      </dsp:txXfrm>
    </dsp:sp>
    <dsp:sp modelId="{DD2EBC54-68FB-4641-A27D-C05072467F7C}">
      <dsp:nvSpPr>
        <dsp:cNvPr id="0" name=""/>
        <dsp:cNvSpPr/>
      </dsp:nvSpPr>
      <dsp:spPr>
        <a:xfrm>
          <a:off x="7792613" y="533524"/>
          <a:ext cx="1247171" cy="124717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BF3D1-4E10-4A20-8C04-CE5B8F393261}">
      <dsp:nvSpPr>
        <dsp:cNvPr id="0" name=""/>
        <dsp:cNvSpPr/>
      </dsp:nvSpPr>
      <dsp:spPr>
        <a:xfrm>
          <a:off x="8058403" y="799314"/>
          <a:ext cx="715590" cy="7155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F6640A-74A0-411A-B4B1-6DAA6292458E}">
      <dsp:nvSpPr>
        <dsp:cNvPr id="0" name=""/>
        <dsp:cNvSpPr/>
      </dsp:nvSpPr>
      <dsp:spPr>
        <a:xfrm>
          <a:off x="7393927" y="2169158"/>
          <a:ext cx="20445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800" b="0" i="0" kern="1200"/>
            <a:t>Selective sort</a:t>
          </a:r>
          <a:endParaRPr lang="en-US" sz="1800" kern="1200"/>
        </a:p>
      </dsp:txBody>
      <dsp:txXfrm>
        <a:off x="7393927" y="2169158"/>
        <a:ext cx="204454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C8703-A892-40BE-BB56-A3A3D66358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FASE 1 Y 2 (PROYECTO MIPS)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88445D-9271-4047-ABA6-788D0538CE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MX" dirty="0"/>
              <a:t>González Ramos Jorge Humberto</a:t>
            </a:r>
          </a:p>
          <a:p>
            <a:r>
              <a:rPr lang="es-MX" dirty="0"/>
              <a:t>Ochoa Velasco Dana</a:t>
            </a:r>
          </a:p>
          <a:p>
            <a:r>
              <a:rPr lang="es-MX" dirty="0"/>
              <a:t>Jiménez Vital Francisco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41281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57B47-3044-4A45-B7C1-AD3AF5A5A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Datapath</a:t>
            </a:r>
            <a:r>
              <a:rPr lang="es-MX" dirty="0"/>
              <a:t> Fase 1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A8525FD-A43A-40C0-8707-AF900692A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98" y="1680632"/>
            <a:ext cx="887730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77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D9F6963-CD56-4363-B3F3-45CABC713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09" y="1269662"/>
            <a:ext cx="11291581" cy="543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02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223E682-2C1F-4632-BAD7-D11491A5E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s-MX" dirty="0">
                <a:solidFill>
                  <a:schemeClr val="tx1"/>
                </a:solidFill>
              </a:rPr>
              <a:t>Resumen Fase 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7F3D0D-7BFF-460A-BAA1-07CC1DA8C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s-MX">
                <a:solidFill>
                  <a:schemeClr val="tx1"/>
                </a:solidFill>
              </a:rPr>
              <a:t>En esta fase únicamente podemos utilizar instrucciones de tipo R y no contamos con una memoria por lo que no es posible guardar los resultados más que en registros.</a:t>
            </a:r>
          </a:p>
          <a:p>
            <a:endParaRPr lang="es-MX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742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70B12-F69D-4CF5-A4E0-986588479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Resultados fase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2EF728-51E8-4618-9E4D-8F7A52917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 subió unos archivos para probar esta fase y tuvimos estos resultados.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Los cuales concuerdan con los indicados en </a:t>
            </a:r>
            <a:r>
              <a:rPr lang="es-MX" dirty="0" err="1"/>
              <a:t>moodle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A67C63-1F46-4760-8157-32D3F9AB8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2950740"/>
            <a:ext cx="4457700" cy="7048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B86F0D6-B23C-4C49-A288-26832E3F5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4311650"/>
            <a:ext cx="1609725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94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64572-380B-4A6C-802D-D0DBD68C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Datapath</a:t>
            </a:r>
            <a:r>
              <a:rPr lang="es-MX" dirty="0"/>
              <a:t> fase 2</a:t>
            </a:r>
          </a:p>
        </p:txBody>
      </p:sp>
      <p:pic>
        <p:nvPicPr>
          <p:cNvPr id="5" name="Marcador de contenido 4" descr="Imagen que contiene mapa, cuarto&#10;&#10;Descripción generada automáticamente">
            <a:extLst>
              <a:ext uri="{FF2B5EF4-FFF2-40B4-BE49-F238E27FC236}">
                <a16:creationId xmlns:a16="http://schemas.microsoft.com/office/drawing/2014/main" id="{55F1DAA7-8B4D-4D8D-A73A-A1F65548B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384" y="2028182"/>
            <a:ext cx="11147406" cy="3856150"/>
          </a:xfrm>
        </p:spPr>
      </p:pic>
    </p:spTree>
    <p:extLst>
      <p:ext uri="{BB962C8B-B14F-4D97-AF65-F5344CB8AC3E}">
        <p14:creationId xmlns:p14="http://schemas.microsoft.com/office/powerpoint/2010/main" val="3382188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F3CE42C-1C47-4480-81EB-7FD846B16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s-MX">
                <a:solidFill>
                  <a:schemeClr val="tx1"/>
                </a:solidFill>
              </a:rPr>
              <a:t>Resumen fase 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293B58-EF6F-4634-AEF6-3295E722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s-MX">
                <a:solidFill>
                  <a:schemeClr val="tx1"/>
                </a:solidFill>
              </a:rPr>
              <a:t>En esta fase se añaden módulos para shift, extender de señal y otros módulos como la memoria.</a:t>
            </a:r>
          </a:p>
          <a:p>
            <a:r>
              <a:rPr lang="es-MX">
                <a:solidFill>
                  <a:schemeClr val="tx1"/>
                </a:solidFill>
              </a:rPr>
              <a:t>Con estos módulos es posible crear branches y también hacer uso de la memoria de datos.</a:t>
            </a:r>
          </a:p>
          <a:p>
            <a:r>
              <a:rPr lang="es-MX">
                <a:solidFill>
                  <a:schemeClr val="tx1"/>
                </a:solidFill>
              </a:rPr>
              <a:t>Las instrucciones añadidas son ADDI, SLTI, ANDI, ORI, SW, LW, BEQ.</a:t>
            </a:r>
          </a:p>
          <a:p>
            <a:pPr marL="0" indent="0">
              <a:buNone/>
            </a:pPr>
            <a:endParaRPr lang="es-MX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27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4A4ED-AB47-4080-AF68-128BBF92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Resultados fase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048434-8AD5-41CD-B3C3-50A77E9F9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 añadieron algunos módulos de la fase 2, el </a:t>
            </a:r>
            <a:r>
              <a:rPr lang="es-MX" dirty="0" err="1"/>
              <a:t>signal</a:t>
            </a:r>
            <a:r>
              <a:rPr lang="es-MX" dirty="0"/>
              <a:t> extender y otros módulos (puede verse el avance en el </a:t>
            </a:r>
            <a:r>
              <a:rPr lang="es-MX" dirty="0" err="1"/>
              <a:t>github</a:t>
            </a:r>
            <a:r>
              <a:rPr lang="es-MX" dirty="0"/>
              <a:t>)</a:t>
            </a:r>
          </a:p>
          <a:p>
            <a:pPr marL="0" indent="0">
              <a:buNone/>
            </a:pPr>
            <a:r>
              <a:rPr lang="es-MX" dirty="0"/>
              <a:t>No está terminada al 100% pero en análisis y explicación estará disponible en la wiki al momento de </a:t>
            </a:r>
            <a:r>
              <a:rPr lang="es-MX"/>
              <a:t>la presentación</a:t>
            </a:r>
            <a:endParaRPr lang="es-MX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53033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CC0A729-6F83-4E2A-89C1-D9B7039D6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s-MX">
                <a:solidFill>
                  <a:schemeClr val="tx1"/>
                </a:solidFill>
              </a:rPr>
              <a:t>Decodificador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422253-E624-468A-A50C-179351D00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El decodificador ya está terminado, se ha probado con distintos códigos de ensamblador y soporta las siguientes instrucciones.</a:t>
            </a:r>
          </a:p>
          <a:p>
            <a:pPr marL="0" indent="0">
              <a:buNone/>
            </a:pPr>
            <a:r>
              <a:rPr lang="es-MX" dirty="0">
                <a:solidFill>
                  <a:schemeClr val="tx1"/>
                </a:solidFill>
              </a:rPr>
              <a:t>* NOR, OR, AND, SLT, XOR, ADD, SUB, DIV, MULT, LW, SW,BEQ,J,ADDI,SLTI,ORI,ANDI</a:t>
            </a:r>
          </a:p>
          <a:p>
            <a:pPr marL="0" indent="0">
              <a:buNone/>
            </a:pPr>
            <a:endParaRPr lang="es-MX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MX" dirty="0">
                <a:solidFill>
                  <a:schemeClr val="tx1"/>
                </a:solidFill>
              </a:rPr>
              <a:t>Y las siguientes </a:t>
            </a:r>
            <a:r>
              <a:rPr lang="es-MX" dirty="0" err="1">
                <a:solidFill>
                  <a:schemeClr val="tx1"/>
                </a:solidFill>
              </a:rPr>
              <a:t>pseudoinstrucciones</a:t>
            </a:r>
            <a:endParaRPr lang="es-MX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MX" dirty="0">
                <a:solidFill>
                  <a:schemeClr val="tx1"/>
                </a:solidFill>
              </a:rPr>
              <a:t>* LI,CLEAR, B,BGT,BEG, BEL, BLT</a:t>
            </a:r>
          </a:p>
          <a:p>
            <a:pPr marL="0" indent="0">
              <a:buNone/>
            </a:pPr>
            <a:endParaRPr lang="es-MX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277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C6E0B7-C37D-4D54-8F3E-8D9F9097F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7B653ED-BC47-4D34-B612-473D6AFAD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90102" y="977273"/>
            <a:ext cx="6053670" cy="4903455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93D812D-BB26-4FDD-A218-F6F71E737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EEA99C6C-BC37-4408-9F74-3DDB1060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7676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44331C-6090-4576-9F1C-0FFCCFCD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1622322"/>
          </a:xfrm>
        </p:spPr>
        <p:txBody>
          <a:bodyPr>
            <a:normAutofit/>
          </a:bodyPr>
          <a:lstStyle/>
          <a:p>
            <a:endParaRPr lang="es-MX" dirty="0">
              <a:solidFill>
                <a:srgbClr val="FFFFFE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4C0032-B592-45AB-AD23-5A4BD369B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BF1F84-E7C7-42A7-911D-8E48AF671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C3CFCFE-6522-4333-8CB1-16DB80E7E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EF94FD-5480-4968-8164-1471B019A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6072776" cy="3811740"/>
          </a:xfrm>
        </p:spPr>
        <p:txBody>
          <a:bodyPr anchor="ctr">
            <a:normAutofit/>
          </a:bodyPr>
          <a:lstStyle/>
          <a:p>
            <a:r>
              <a:rPr lang="es-MX">
                <a:solidFill>
                  <a:srgbClr val="FFFFFE"/>
                </a:solidFill>
              </a:rPr>
              <a:t>El decodificador es un archivo de Python el cual terminó con una longitud de 354 en el archivo principal y otro con diccionarios de 91.</a:t>
            </a:r>
          </a:p>
          <a:p>
            <a:pPr marL="0" indent="0">
              <a:buNone/>
            </a:pPr>
            <a:endParaRPr lang="es-MX">
              <a:solidFill>
                <a:srgbClr val="FFFFFE"/>
              </a:solidFill>
            </a:endParaRPr>
          </a:p>
          <a:p>
            <a:pPr marL="0" indent="0">
              <a:buNone/>
            </a:pPr>
            <a:r>
              <a:rPr lang="es-MX">
                <a:solidFill>
                  <a:srgbClr val="FFFFFE"/>
                </a:solidFill>
              </a:rPr>
              <a:t>Se probaron distintos códigos en ensamblador y fueron convertidos correctamente a instrucciones.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A7A14B-732C-4877-A857-527CE77AD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102" y="645107"/>
            <a:ext cx="2017564" cy="271038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BB2AD40-C2DC-431A-9AC6-6C436E972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419" y="3520086"/>
            <a:ext cx="2664931" cy="271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24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61CCD9-0D80-4DA8-9881-71D2609B4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s-MX">
                <a:solidFill>
                  <a:srgbClr val="FFFFFF"/>
                </a:solidFill>
              </a:rPr>
              <a:t>Opciones de ensamblador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9B37B3D-36AA-4DF5-9CFC-114C9494C9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161579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0397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313</Words>
  <Application>Microsoft Office PowerPoint</Application>
  <PresentationFormat>Panorámica</PresentationFormat>
  <Paragraphs>34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Sala de reuniones Ion</vt:lpstr>
      <vt:lpstr>FASE 1 Y 2 (PROYECTO MIPS) </vt:lpstr>
      <vt:lpstr>Datapath Fase 1</vt:lpstr>
      <vt:lpstr>Presentación de PowerPoint</vt:lpstr>
      <vt:lpstr>Resumen Fase 1</vt:lpstr>
      <vt:lpstr>Resultados fase 1</vt:lpstr>
      <vt:lpstr>Datapath fase 2</vt:lpstr>
      <vt:lpstr>Resumen fase 2</vt:lpstr>
      <vt:lpstr>Resultados fase 2</vt:lpstr>
      <vt:lpstr>Decodificador</vt:lpstr>
      <vt:lpstr>Presentación de PowerPoint</vt:lpstr>
      <vt:lpstr>Opciones de ensamblador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FASE 1 Y 2 (PROYECTO MIPS) </dc:title>
  <dc:creator>Jorge Gonzalez</dc:creator>
  <cp:lastModifiedBy>Jorge Gonzalez</cp:lastModifiedBy>
  <cp:revision>4</cp:revision>
  <dcterms:created xsi:type="dcterms:W3CDTF">2020-05-15T00:11:43Z</dcterms:created>
  <dcterms:modified xsi:type="dcterms:W3CDTF">2020-05-15T01:32:13Z</dcterms:modified>
</cp:coreProperties>
</file>