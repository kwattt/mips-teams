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5/28/2020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40FE5-72E5-44D9-BB0E-F8A42DA461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MIPS Proyecto 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5024DE-777E-4ED0-B134-9ECC3120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2059520"/>
          </a:xfrm>
        </p:spPr>
        <p:txBody>
          <a:bodyPr>
            <a:normAutofit/>
          </a:bodyPr>
          <a:lstStyle/>
          <a:p>
            <a:r>
              <a:rPr lang="es-MX" dirty="0"/>
              <a:t>Jorge Humberto González Ramos</a:t>
            </a:r>
          </a:p>
          <a:p>
            <a:r>
              <a:rPr lang="es-MX"/>
              <a:t>Ochoa Velasco </a:t>
            </a:r>
            <a:r>
              <a:rPr lang="es-MX" dirty="0"/>
              <a:t>Dana</a:t>
            </a:r>
          </a:p>
          <a:p>
            <a:r>
              <a:rPr lang="es-MX" dirty="0"/>
              <a:t>Jiménez Vital Francisco</a:t>
            </a:r>
          </a:p>
          <a:p>
            <a:endParaRPr lang="es-MX" dirty="0"/>
          </a:p>
        </p:txBody>
      </p:sp>
      <p:pic>
        <p:nvPicPr>
          <p:cNvPr id="11" name="Imagen 10" descr="Imagen que contiene reloj&#10;&#10;Descripción generada automáticamente">
            <a:extLst>
              <a:ext uri="{FF2B5EF4-FFF2-40B4-BE49-F238E27FC236}">
                <a16:creationId xmlns:a16="http://schemas.microsoft.com/office/drawing/2014/main" id="{54A62D72-9D5D-4D41-812C-CC34EE15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0593"/>
            <a:ext cx="12192000" cy="416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6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3F1C7C-7D2B-4E24-924C-EF0FA543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9DC86A-28CE-403B-9872-AF64C142D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MIPS por las siglas de </a:t>
            </a:r>
            <a:r>
              <a:rPr lang="es-MX" dirty="0" err="1"/>
              <a:t>Microprocessor</a:t>
            </a:r>
            <a:r>
              <a:rPr lang="es-MX" dirty="0"/>
              <a:t> </a:t>
            </a:r>
            <a:r>
              <a:rPr lang="es-MX" dirty="0" err="1"/>
              <a:t>without</a:t>
            </a:r>
            <a:r>
              <a:rPr lang="es-MX" dirty="0"/>
              <a:t> </a:t>
            </a:r>
            <a:r>
              <a:rPr lang="es-MX" dirty="0" err="1"/>
              <a:t>Interlocked</a:t>
            </a:r>
            <a:r>
              <a:rPr lang="es-MX" dirty="0"/>
              <a:t> Pipeline </a:t>
            </a:r>
            <a:r>
              <a:rPr lang="es-MX" dirty="0" err="1"/>
              <a:t>Stages</a:t>
            </a:r>
            <a:r>
              <a:rPr lang="es-MX" dirty="0"/>
              <a:t>, se conoce a toda una familia de microprocesadores de arquitectura RISC desarrollados por MIPS Technologies.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* El objetivo principal del proyecto es hacer una versión que tenga las funciones mínimas del procesador MIPS y correr programas simples en el.</a:t>
            </a:r>
          </a:p>
        </p:txBody>
      </p:sp>
    </p:spTree>
    <p:extLst>
      <p:ext uri="{BB962C8B-B14F-4D97-AF65-F5344CB8AC3E}">
        <p14:creationId xmlns:p14="http://schemas.microsoft.com/office/powerpoint/2010/main" val="1880953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845E77-C783-4FCE-A804-4971333B2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s-MX"/>
              <a:t>Planeación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71C464-230E-4D63-8E22-1CEA7043F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/>
              <a:t>En nuestro caso el proyecto se dividió en 3 fases para crear el MIPS en Verilog, la documentación y decodificación fueron realizadas a la par que con el Verilog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4792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050555-2174-4B78-9961-7C85D5A13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Verilog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E47219-C88A-42CC-ABED-F9AAF57A1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err="1"/>
              <a:t>Esta</a:t>
            </a:r>
            <a:r>
              <a:rPr lang="en-US"/>
              <a:t> </a:t>
            </a:r>
            <a:r>
              <a:rPr lang="en-US" err="1"/>
              <a:t>parte</a:t>
            </a:r>
            <a:r>
              <a:rPr lang="en-US"/>
              <a:t> del </a:t>
            </a:r>
            <a:r>
              <a:rPr lang="en-US" err="1"/>
              <a:t>proyecto</a:t>
            </a:r>
            <a:r>
              <a:rPr lang="en-US"/>
              <a:t> </a:t>
            </a:r>
            <a:r>
              <a:rPr lang="en-US" err="1"/>
              <a:t>fue</a:t>
            </a:r>
            <a:r>
              <a:rPr lang="en-US"/>
              <a:t> </a:t>
            </a:r>
            <a:r>
              <a:rPr lang="en-US" err="1"/>
              <a:t>creada</a:t>
            </a:r>
            <a:r>
              <a:rPr lang="en-US"/>
              <a:t> </a:t>
            </a:r>
            <a:r>
              <a:rPr lang="en-US" err="1"/>
              <a:t>principalmente</a:t>
            </a:r>
            <a:r>
              <a:rPr lang="en-US"/>
              <a:t> por Dana, se </a:t>
            </a:r>
            <a:r>
              <a:rPr lang="en-US" err="1"/>
              <a:t>encarg</a:t>
            </a:r>
            <a:r>
              <a:rPr lang="es-MX" err="1"/>
              <a:t>ó</a:t>
            </a:r>
            <a:r>
              <a:rPr lang="es-MX"/>
              <a:t> de crear las estructuras.</a:t>
            </a:r>
          </a:p>
          <a:p>
            <a:pPr marL="0" indent="0">
              <a:buNone/>
            </a:pPr>
            <a:endParaRPr lang="es-MX"/>
          </a:p>
          <a:p>
            <a:pPr marL="0" indent="0">
              <a:buNone/>
            </a:pPr>
            <a:r>
              <a:rPr lang="en-US"/>
              <a:t>Se </a:t>
            </a:r>
            <a:r>
              <a:rPr lang="en-US" err="1"/>
              <a:t>dividió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3 </a:t>
            </a:r>
            <a:r>
              <a:rPr lang="en-US" err="1"/>
              <a:t>fases</a:t>
            </a:r>
            <a:r>
              <a:rPr lang="en-US"/>
              <a:t> que </a:t>
            </a:r>
            <a:r>
              <a:rPr lang="en-US" err="1"/>
              <a:t>veremos</a:t>
            </a:r>
            <a:r>
              <a:rPr lang="en-US"/>
              <a:t> a continuación</a:t>
            </a:r>
          </a:p>
        </p:txBody>
      </p:sp>
    </p:spTree>
    <p:extLst>
      <p:ext uri="{BB962C8B-B14F-4D97-AF65-F5344CB8AC3E}">
        <p14:creationId xmlns:p14="http://schemas.microsoft.com/office/powerpoint/2010/main" val="195721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90FC0-74EC-4E0A-93A3-BA5001EA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D93669-2C8C-4DCE-BA38-25E28132E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85" y="1055961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La primera fase consistió en crear los módulos para tener el soporte de las instrucciones de tipo 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287061-0C7D-46E9-AF21-78931084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468" y="3077021"/>
            <a:ext cx="7791061" cy="32309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266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FE784-674A-46B7-99AD-16D5BE0C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565422-8698-4E02-B4D6-27A83478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10" y="932413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La segunda fase consistió en añadir el soporte de instrucciones que tengan un valor inmediato</a:t>
            </a:r>
          </a:p>
        </p:txBody>
      </p:sp>
      <p:pic>
        <p:nvPicPr>
          <p:cNvPr id="7" name="Imagen 6" descr="Imagen que contiene mapa, cuarto&#10;&#10;Descripción generada automáticamente">
            <a:extLst>
              <a:ext uri="{FF2B5EF4-FFF2-40B4-BE49-F238E27FC236}">
                <a16:creationId xmlns:a16="http://schemas.microsoft.com/office/drawing/2014/main" id="{924614A7-EB83-4E86-A31A-7A262465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157" y="2969890"/>
            <a:ext cx="9270764" cy="3206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5247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724EA-9985-43B1-950A-CABFFF7B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Fase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959362-1308-4FE9-B177-8C03D8D11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61" y="932413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En esta última fase se agregaron pocos módulos pero con ellos fue posible agregar la instrucción de tipo J</a:t>
            </a:r>
          </a:p>
        </p:txBody>
      </p:sp>
      <p:pic>
        <p:nvPicPr>
          <p:cNvPr id="5" name="Imagen 4" descr="Imagen que contiene mapa, texto&#10;&#10;Descripción generada automáticamente">
            <a:extLst>
              <a:ext uri="{FF2B5EF4-FFF2-40B4-BE49-F238E27FC236}">
                <a16:creationId xmlns:a16="http://schemas.microsoft.com/office/drawing/2014/main" id="{AD09A7DF-3AA1-4442-8314-3CF79B398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832" y="3158752"/>
            <a:ext cx="10092611" cy="34767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9385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95B2E-2CE0-4FB5-ADE8-EA4CB862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s-MX" dirty="0"/>
              <a:t>Resumen de </a:t>
            </a:r>
            <a:r>
              <a:rPr lang="es-MX" dirty="0" err="1"/>
              <a:t>Verilog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FC1E08-EFFB-4DA7-9E63-6CFBDDF26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Al terminar la codificación resultaron los siguientes módulos </a:t>
            </a:r>
          </a:p>
          <a:p>
            <a:pPr>
              <a:lnSpc>
                <a:spcPct val="90000"/>
              </a:lnSpc>
            </a:pPr>
            <a:r>
              <a:rPr lang="es-MX" sz="1400" dirty="0"/>
              <a:t>Unidad de Control</a:t>
            </a:r>
          </a:p>
          <a:p>
            <a:pPr>
              <a:lnSpc>
                <a:spcPct val="90000"/>
              </a:lnSpc>
            </a:pPr>
            <a:r>
              <a:rPr lang="es-MX" sz="1400" dirty="0" err="1"/>
              <a:t>AdderPC</a:t>
            </a:r>
            <a:r>
              <a:rPr lang="es-MX" sz="1400" dirty="0"/>
              <a:t> </a:t>
            </a:r>
          </a:p>
          <a:p>
            <a:pPr>
              <a:lnSpc>
                <a:spcPct val="90000"/>
              </a:lnSpc>
            </a:pPr>
            <a:r>
              <a:rPr lang="es-MX" sz="1400" dirty="0" err="1"/>
              <a:t>AdderBranch</a:t>
            </a:r>
            <a:endParaRPr lang="es-MX" sz="1400" dirty="0"/>
          </a:p>
          <a:p>
            <a:pPr>
              <a:lnSpc>
                <a:spcPct val="90000"/>
              </a:lnSpc>
            </a:pPr>
            <a:r>
              <a:rPr lang="es-MX" sz="1400" dirty="0"/>
              <a:t>ALU</a:t>
            </a:r>
          </a:p>
          <a:p>
            <a:pPr>
              <a:lnSpc>
                <a:spcPct val="90000"/>
              </a:lnSpc>
            </a:pPr>
            <a:r>
              <a:rPr lang="es-MX" sz="1400" dirty="0" err="1"/>
              <a:t>Alu</a:t>
            </a:r>
            <a:r>
              <a:rPr lang="es-MX" sz="1400" dirty="0"/>
              <a:t> Control</a:t>
            </a:r>
          </a:p>
          <a:p>
            <a:pPr>
              <a:lnSpc>
                <a:spcPct val="90000"/>
              </a:lnSpc>
            </a:pPr>
            <a:r>
              <a:rPr lang="es-MX" sz="1400" dirty="0"/>
              <a:t>Banco de registros</a:t>
            </a:r>
          </a:p>
          <a:p>
            <a:pPr>
              <a:lnSpc>
                <a:spcPct val="90000"/>
              </a:lnSpc>
            </a:pPr>
            <a:r>
              <a:rPr lang="es-MX" sz="1400" dirty="0"/>
              <a:t>Memoria de datos</a:t>
            </a:r>
          </a:p>
          <a:p>
            <a:pPr>
              <a:lnSpc>
                <a:spcPct val="90000"/>
              </a:lnSpc>
            </a:pPr>
            <a:r>
              <a:rPr lang="es-MX" sz="1400" dirty="0"/>
              <a:t>Shift </a:t>
            </a:r>
            <a:r>
              <a:rPr lang="es-MX" sz="1400" dirty="0" err="1"/>
              <a:t>Lefts</a:t>
            </a:r>
            <a:endParaRPr lang="es-MX" sz="1400" dirty="0"/>
          </a:p>
          <a:p>
            <a:pPr>
              <a:lnSpc>
                <a:spcPct val="90000"/>
              </a:lnSpc>
            </a:pPr>
            <a:r>
              <a:rPr lang="es-MX" sz="1400" dirty="0" err="1"/>
              <a:t>Multiplexors</a:t>
            </a:r>
            <a:r>
              <a:rPr lang="es-MX" sz="1400" dirty="0"/>
              <a:t> y And</a:t>
            </a:r>
          </a:p>
          <a:p>
            <a:pPr>
              <a:lnSpc>
                <a:spcPct val="90000"/>
              </a:lnSpc>
            </a:pPr>
            <a:r>
              <a:rPr lang="es-MX" sz="1400" dirty="0"/>
              <a:t>Memoria de instrucciones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6B2758F-C243-492D-897F-DF8A13771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2356" y="2413000"/>
            <a:ext cx="3716338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DBC613-A094-4ED7-A362-ACE848E7609A}"/>
              </a:ext>
            </a:extLst>
          </p:cNvPr>
          <p:cNvSpPr txBox="1"/>
          <p:nvPr/>
        </p:nvSpPr>
        <p:spPr>
          <a:xfrm>
            <a:off x="6270389" y="6200001"/>
            <a:ext cx="4805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Los módulos están documentados en la wiki de </a:t>
            </a:r>
            <a:r>
              <a:rPr lang="es-MX" sz="1400" dirty="0" err="1"/>
              <a:t>github</a:t>
            </a:r>
            <a:r>
              <a:rPr lang="es-MX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161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D6D17-62B1-4875-A2AB-AA2CFE876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s-MX" dirty="0"/>
              <a:t>Decodificador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A7470C-63F8-47B4-9105-DAE60235A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MX" sz="1600"/>
              <a:t>El decodificador fue creado por Jorge y todo el progreso de creación puede ser seguido en github.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600"/>
              <a:t>Decidimos que el decodificador contaría con las siguientes características</a:t>
            </a:r>
          </a:p>
          <a:p>
            <a:pPr>
              <a:lnSpc>
                <a:spcPct val="90000"/>
              </a:lnSpc>
            </a:pPr>
            <a:r>
              <a:rPr lang="es-MX" sz="1600"/>
              <a:t>Soporte de etiquetas</a:t>
            </a:r>
          </a:p>
          <a:p>
            <a:pPr>
              <a:lnSpc>
                <a:spcPct val="90000"/>
              </a:lnSpc>
            </a:pPr>
            <a:r>
              <a:rPr lang="es-MX" sz="1600"/>
              <a:t>Generación de NOPS para errores</a:t>
            </a:r>
          </a:p>
          <a:p>
            <a:pPr>
              <a:lnSpc>
                <a:spcPct val="90000"/>
              </a:lnSpc>
            </a:pPr>
            <a:r>
              <a:rPr lang="es-MX" sz="1600"/>
              <a:t>Detección de errores de escritura</a:t>
            </a:r>
          </a:p>
          <a:p>
            <a:pPr>
              <a:lnSpc>
                <a:spcPct val="90000"/>
              </a:lnSpc>
            </a:pPr>
            <a:r>
              <a:rPr lang="es-MX" sz="1600"/>
              <a:t>Pseudoinstrucciones</a:t>
            </a:r>
          </a:p>
        </p:txBody>
      </p:sp>
      <p:pic>
        <p:nvPicPr>
          <p:cNvPr id="9" name="Graphic 6">
            <a:extLst>
              <a:ext uri="{FF2B5EF4-FFF2-40B4-BE49-F238E27FC236}">
                <a16:creationId xmlns:a16="http://schemas.microsoft.com/office/drawing/2014/main" id="{3442CA4D-41CA-45D0-850A-937D4D0A9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2356" y="2413000"/>
            <a:ext cx="3716338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85347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D39106-0A64-472B-83CB-1B98AB012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7199220" cy="3632200"/>
          </a:xfrm>
        </p:spPr>
        <p:txBody>
          <a:bodyPr>
            <a:normAutofit/>
          </a:bodyPr>
          <a:lstStyle/>
          <a:p>
            <a:r>
              <a:rPr lang="es-MX"/>
              <a:t>Posiblemente fue la parte más compleja del proyecto y se puede encontrar en el Github junto a su documentación.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0AAAE58-D462-4FC6-85C6-D39BE1F73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6138" y="2814638"/>
            <a:ext cx="2913062" cy="291306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E3F5E748-5DE0-4343-8C8A-95E6D5A9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s-MX" dirty="0"/>
              <a:t>Decodificador</a:t>
            </a:r>
          </a:p>
        </p:txBody>
      </p:sp>
    </p:spTree>
    <p:extLst>
      <p:ext uri="{BB962C8B-B14F-4D97-AF65-F5344CB8AC3E}">
        <p14:creationId xmlns:p14="http://schemas.microsoft.com/office/powerpoint/2010/main" val="2938448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EC4938-18B8-4610-A431-A3AEB9FE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s-MX" dirty="0" err="1"/>
              <a:t>Verilog</a:t>
            </a:r>
            <a:r>
              <a:rPr lang="es-MX" dirty="0"/>
              <a:t> y Decodificador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AD68B-F25D-4131-BE34-795119FC3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Ya con estas partes del proyecto terminadas ya podíamos poner en prueba el trabajo, creamos las 2 opciones que tenían el visto bueno en ensamblador y se probaron.</a:t>
            </a:r>
          </a:p>
        </p:txBody>
      </p:sp>
    </p:spTree>
    <p:extLst>
      <p:ext uri="{BB962C8B-B14F-4D97-AF65-F5344CB8AC3E}">
        <p14:creationId xmlns:p14="http://schemas.microsoft.com/office/powerpoint/2010/main" val="856963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045D50-6844-47CC-A424-FBB98EDE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9097"/>
            <a:ext cx="6446205" cy="37811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Tipo de triángulo</a:t>
            </a:r>
          </a:p>
        </p:txBody>
      </p:sp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B95EB505-AE12-4878-88D1-3A93384E0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896681"/>
            <a:ext cx="12188952" cy="1961319"/>
          </a:xfrm>
          <a:custGeom>
            <a:avLst/>
            <a:gdLst>
              <a:gd name="connsiteX0" fmla="*/ 0 w 12188952"/>
              <a:gd name="connsiteY0" fmla="*/ 0 h 1961319"/>
              <a:gd name="connsiteX1" fmla="*/ 1996017 w 12188952"/>
              <a:gd name="connsiteY1" fmla="*/ 0 h 1961319"/>
              <a:gd name="connsiteX2" fmla="*/ 2377017 w 12188952"/>
              <a:gd name="connsiteY2" fmla="*/ 263783 h 1961319"/>
              <a:gd name="connsiteX3" fmla="*/ 2385484 w 12188952"/>
              <a:gd name="connsiteY3" fmla="*/ 266713 h 1961319"/>
              <a:gd name="connsiteX4" fmla="*/ 2398184 w 12188952"/>
              <a:gd name="connsiteY4" fmla="*/ 271110 h 1961319"/>
              <a:gd name="connsiteX5" fmla="*/ 2410883 w 12188952"/>
              <a:gd name="connsiteY5" fmla="*/ 275506 h 1961319"/>
              <a:gd name="connsiteX6" fmla="*/ 2421467 w 12188952"/>
              <a:gd name="connsiteY6" fmla="*/ 275506 h 1961319"/>
              <a:gd name="connsiteX7" fmla="*/ 2434167 w 12188952"/>
              <a:gd name="connsiteY7" fmla="*/ 275506 h 1961319"/>
              <a:gd name="connsiteX8" fmla="*/ 2444750 w 12188952"/>
              <a:gd name="connsiteY8" fmla="*/ 271110 h 1961319"/>
              <a:gd name="connsiteX9" fmla="*/ 2457450 w 12188952"/>
              <a:gd name="connsiteY9" fmla="*/ 266713 h 1961319"/>
              <a:gd name="connsiteX10" fmla="*/ 2465917 w 12188952"/>
              <a:gd name="connsiteY10" fmla="*/ 263783 h 1961319"/>
              <a:gd name="connsiteX11" fmla="*/ 2846917 w 12188952"/>
              <a:gd name="connsiteY11" fmla="*/ 0 h 1961319"/>
              <a:gd name="connsiteX12" fmla="*/ 12188952 w 12188952"/>
              <a:gd name="connsiteY12" fmla="*/ 0 h 1961319"/>
              <a:gd name="connsiteX13" fmla="*/ 12188952 w 12188952"/>
              <a:gd name="connsiteY13" fmla="*/ 1264506 h 1961319"/>
              <a:gd name="connsiteX14" fmla="*/ 12188952 w 12188952"/>
              <a:gd name="connsiteY14" fmla="*/ 1917775 h 1961319"/>
              <a:gd name="connsiteX15" fmla="*/ 12188952 w 12188952"/>
              <a:gd name="connsiteY15" fmla="*/ 1961319 h 1961319"/>
              <a:gd name="connsiteX16" fmla="*/ 0 w 12188952"/>
              <a:gd name="connsiteY16" fmla="*/ 1961319 h 1961319"/>
              <a:gd name="connsiteX17" fmla="*/ 0 w 12188952"/>
              <a:gd name="connsiteY17" fmla="*/ 1917775 h 1961319"/>
              <a:gd name="connsiteX18" fmla="*/ 0 w 12188952"/>
              <a:gd name="connsiteY18" fmla="*/ 1264506 h 196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88952" h="1961319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88952" y="0"/>
                </a:lnTo>
                <a:lnTo>
                  <a:pt x="12188952" y="1264506"/>
                </a:lnTo>
                <a:lnTo>
                  <a:pt x="12188952" y="1917775"/>
                </a:lnTo>
                <a:lnTo>
                  <a:pt x="12188952" y="1961319"/>
                </a:lnTo>
                <a:lnTo>
                  <a:pt x="0" y="1961319"/>
                </a:lnTo>
                <a:lnTo>
                  <a:pt x="0" y="1917775"/>
                </a:lnTo>
                <a:lnTo>
                  <a:pt x="0" y="1264506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5AF1A6-6293-4692-80C7-01495600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1" y="5280847"/>
            <a:ext cx="6446205" cy="7856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El primer programa en ensamblador fue el de detectar el tipo de triángulo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A12BC7B8-5515-40FA-A38E-1054E2061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1342" y="0"/>
            <a:ext cx="465065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DD55F7DD-ACF1-44A0-B9B5-FC5A87544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4806" y="958640"/>
            <a:ext cx="3363730" cy="4945244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92C40F-314B-4A4A-8DD6-EA40B2CED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53" y="-19953"/>
            <a:ext cx="4680478" cy="692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25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3E629-B695-447A-BDA9-40A7368D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Una prueba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B1125A-0F27-4647-B205-C8BF32A01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12" y="1018639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En el código de la imagen anterior se ingresaron los datos 5,5,5 que es un triángulo </a:t>
            </a:r>
            <a:r>
              <a:rPr lang="es-MX" dirty="0" err="1"/>
              <a:t>equilatero</a:t>
            </a:r>
            <a:r>
              <a:rPr lang="es-MX" dirty="0"/>
              <a:t>, se decodificó y se cargó el archivos de instrucciones en el </a:t>
            </a:r>
            <a:r>
              <a:rPr lang="es-MX" dirty="0" err="1"/>
              <a:t>testbench</a:t>
            </a:r>
            <a:r>
              <a:rPr lang="es-MX" dirty="0"/>
              <a:t>.</a:t>
            </a:r>
          </a:p>
        </p:txBody>
      </p:sp>
      <p:pic>
        <p:nvPicPr>
          <p:cNvPr id="5" name="Imagen 4" descr="Imagen que contiene computadora, monitor, camión, pantalla&#10;&#10;Descripción generada automáticamente">
            <a:extLst>
              <a:ext uri="{FF2B5EF4-FFF2-40B4-BE49-F238E27FC236}">
                <a16:creationId xmlns:a16="http://schemas.microsoft.com/office/drawing/2014/main" id="{F21420C0-CC75-4A28-A70A-2F18F104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51" y="3429000"/>
            <a:ext cx="7006661" cy="23626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CAFAA9A-543D-468B-B7BB-7F432310BCCF}"/>
              </a:ext>
            </a:extLst>
          </p:cNvPr>
          <p:cNvSpPr txBox="1"/>
          <p:nvPr/>
        </p:nvSpPr>
        <p:spPr>
          <a:xfrm>
            <a:off x="7645712" y="4085035"/>
            <a:ext cx="25806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resultado obtenido fue el esperado.</a:t>
            </a:r>
          </a:p>
          <a:p>
            <a:endParaRPr lang="es-MX" dirty="0"/>
          </a:p>
          <a:p>
            <a:r>
              <a:rPr lang="es-MX" dirty="0"/>
              <a:t>El resto de </a:t>
            </a:r>
            <a:r>
              <a:rPr lang="es-MX" dirty="0" err="1"/>
              <a:t>testbenchs</a:t>
            </a:r>
            <a:r>
              <a:rPr lang="es-MX" dirty="0"/>
              <a:t> están en el </a:t>
            </a:r>
            <a:r>
              <a:rPr lang="es-MX" dirty="0" err="1"/>
              <a:t>github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195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045D50-6844-47CC-A424-FBB98EDE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9097"/>
            <a:ext cx="6446205" cy="37811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Selective Sort</a:t>
            </a:r>
          </a:p>
        </p:txBody>
      </p:sp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B95EB505-AE12-4878-88D1-3A93384E0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896681"/>
            <a:ext cx="12188952" cy="1961319"/>
          </a:xfrm>
          <a:custGeom>
            <a:avLst/>
            <a:gdLst>
              <a:gd name="connsiteX0" fmla="*/ 0 w 12188952"/>
              <a:gd name="connsiteY0" fmla="*/ 0 h 1961319"/>
              <a:gd name="connsiteX1" fmla="*/ 1996017 w 12188952"/>
              <a:gd name="connsiteY1" fmla="*/ 0 h 1961319"/>
              <a:gd name="connsiteX2" fmla="*/ 2377017 w 12188952"/>
              <a:gd name="connsiteY2" fmla="*/ 263783 h 1961319"/>
              <a:gd name="connsiteX3" fmla="*/ 2385484 w 12188952"/>
              <a:gd name="connsiteY3" fmla="*/ 266713 h 1961319"/>
              <a:gd name="connsiteX4" fmla="*/ 2398184 w 12188952"/>
              <a:gd name="connsiteY4" fmla="*/ 271110 h 1961319"/>
              <a:gd name="connsiteX5" fmla="*/ 2410883 w 12188952"/>
              <a:gd name="connsiteY5" fmla="*/ 275506 h 1961319"/>
              <a:gd name="connsiteX6" fmla="*/ 2421467 w 12188952"/>
              <a:gd name="connsiteY6" fmla="*/ 275506 h 1961319"/>
              <a:gd name="connsiteX7" fmla="*/ 2434167 w 12188952"/>
              <a:gd name="connsiteY7" fmla="*/ 275506 h 1961319"/>
              <a:gd name="connsiteX8" fmla="*/ 2444750 w 12188952"/>
              <a:gd name="connsiteY8" fmla="*/ 271110 h 1961319"/>
              <a:gd name="connsiteX9" fmla="*/ 2457450 w 12188952"/>
              <a:gd name="connsiteY9" fmla="*/ 266713 h 1961319"/>
              <a:gd name="connsiteX10" fmla="*/ 2465917 w 12188952"/>
              <a:gd name="connsiteY10" fmla="*/ 263783 h 1961319"/>
              <a:gd name="connsiteX11" fmla="*/ 2846917 w 12188952"/>
              <a:gd name="connsiteY11" fmla="*/ 0 h 1961319"/>
              <a:gd name="connsiteX12" fmla="*/ 12188952 w 12188952"/>
              <a:gd name="connsiteY12" fmla="*/ 0 h 1961319"/>
              <a:gd name="connsiteX13" fmla="*/ 12188952 w 12188952"/>
              <a:gd name="connsiteY13" fmla="*/ 1264506 h 1961319"/>
              <a:gd name="connsiteX14" fmla="*/ 12188952 w 12188952"/>
              <a:gd name="connsiteY14" fmla="*/ 1917775 h 1961319"/>
              <a:gd name="connsiteX15" fmla="*/ 12188952 w 12188952"/>
              <a:gd name="connsiteY15" fmla="*/ 1961319 h 1961319"/>
              <a:gd name="connsiteX16" fmla="*/ 0 w 12188952"/>
              <a:gd name="connsiteY16" fmla="*/ 1961319 h 1961319"/>
              <a:gd name="connsiteX17" fmla="*/ 0 w 12188952"/>
              <a:gd name="connsiteY17" fmla="*/ 1917775 h 1961319"/>
              <a:gd name="connsiteX18" fmla="*/ 0 w 12188952"/>
              <a:gd name="connsiteY18" fmla="*/ 1264506 h 196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88952" h="1961319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88952" y="0"/>
                </a:lnTo>
                <a:lnTo>
                  <a:pt x="12188952" y="1264506"/>
                </a:lnTo>
                <a:lnTo>
                  <a:pt x="12188952" y="1917775"/>
                </a:lnTo>
                <a:lnTo>
                  <a:pt x="12188952" y="1961319"/>
                </a:lnTo>
                <a:lnTo>
                  <a:pt x="0" y="1961319"/>
                </a:lnTo>
                <a:lnTo>
                  <a:pt x="0" y="1917775"/>
                </a:lnTo>
                <a:lnTo>
                  <a:pt x="0" y="1264506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5AF1A6-6293-4692-80C7-01495600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1" y="5280847"/>
            <a:ext cx="6446205" cy="7856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El Segundo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programa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ensamblador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fue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el selective sort, un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tipo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ordenamiento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A12BC7B8-5515-40FA-A38E-1054E2061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1342" y="0"/>
            <a:ext cx="465065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DD55F7DD-ACF1-44A0-B9B5-FC5A87544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4806" y="958640"/>
            <a:ext cx="3363730" cy="4945244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B672F8-FE54-4A45-82E2-E06E06AAE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342" y="-3175"/>
            <a:ext cx="5276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08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241BA-46E5-4F88-AE03-FD34F847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Otra prueba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EE2557-E2EE-4708-9BDB-7F816AC54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Se eligieron los datos </a:t>
            </a:r>
            <a:r>
              <a:rPr lang="es-MX" b="1" dirty="0"/>
              <a:t>85, 22, 94, 55, 105, 58, 43, 39, 69. </a:t>
            </a:r>
            <a:r>
              <a:rPr lang="es-MX" dirty="0"/>
              <a:t>Se cargó el código en el </a:t>
            </a:r>
            <a:r>
              <a:rPr lang="es-MX" dirty="0" err="1"/>
              <a:t>testbench</a:t>
            </a:r>
            <a:r>
              <a:rPr lang="es-MX" dirty="0"/>
              <a:t> y obtuvimos los siguientes resultados: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Los resultados fueron los esperados.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7895A9-BA86-446E-93B0-C02D55393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89" y="3492991"/>
            <a:ext cx="9573961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82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5BD1B-708C-4B65-8CFE-F176305C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F00883-9636-4395-A5F0-FADE0A165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MIPS32 MIPS Architecture for Programmers  Volume </a:t>
            </a:r>
            <a:r>
              <a:rPr lang="en-US" dirty="0" err="1"/>
              <a:t>ll</a:t>
            </a:r>
            <a:r>
              <a:rPr lang="en-US" dirty="0"/>
              <a:t>-A http://www.nec.co.jp/press/en/9801/2002.html Computer Organization and Design</a:t>
            </a:r>
          </a:p>
          <a:p>
            <a:pPr marL="0" indent="0">
              <a:buNone/>
            </a:pPr>
            <a:r>
              <a:rPr lang="en-US" dirty="0"/>
              <a:t> 5thEdition David A. Patterson/</a:t>
            </a:r>
            <a:r>
              <a:rPr lang="en-US" dirty="0" err="1"/>
              <a:t>Jhon</a:t>
            </a:r>
            <a:r>
              <a:rPr lang="en-US" dirty="0"/>
              <a:t> L. Hennessy</a:t>
            </a:r>
          </a:p>
          <a:p>
            <a:pPr marL="0" indent="0">
              <a:buNone/>
            </a:pPr>
            <a:r>
              <a:rPr lang="en-US" dirty="0"/>
              <a:t>https://web.archive.org/web/20150719075343/http://www.sumagamer.com/noticias/newhorizons-mismo-procesador-playstation/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29674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512</Words>
  <Application>Microsoft Office PowerPoint</Application>
  <PresentationFormat>Panorámica</PresentationFormat>
  <Paragraphs>64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Century Gothic</vt:lpstr>
      <vt:lpstr>Wingdings 2</vt:lpstr>
      <vt:lpstr>Citable</vt:lpstr>
      <vt:lpstr>MIPS Proyecto Final</vt:lpstr>
      <vt:lpstr>Introducción</vt:lpstr>
      <vt:lpstr>Planeación</vt:lpstr>
      <vt:lpstr>Verilog</vt:lpstr>
      <vt:lpstr>Fase 1</vt:lpstr>
      <vt:lpstr>Fase 2</vt:lpstr>
      <vt:lpstr>Fase 3</vt:lpstr>
      <vt:lpstr>Resumen de Verilog</vt:lpstr>
      <vt:lpstr>Decodificador</vt:lpstr>
      <vt:lpstr>Decodificador</vt:lpstr>
      <vt:lpstr>Verilog y Decodificador</vt:lpstr>
      <vt:lpstr>Tipo de triángulo</vt:lpstr>
      <vt:lpstr>Una prueba</vt:lpstr>
      <vt:lpstr>Selective Sort</vt:lpstr>
      <vt:lpstr>Otra prueba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MIPS Proyecto Final</dc:title>
  <dc:creator>Jorge Gonzalez</dc:creator>
  <cp:lastModifiedBy>Jorge Gonzalez</cp:lastModifiedBy>
  <cp:revision>3</cp:revision>
  <dcterms:created xsi:type="dcterms:W3CDTF">2020-05-29T03:43:49Z</dcterms:created>
  <dcterms:modified xsi:type="dcterms:W3CDTF">2020-05-29T04:24:33Z</dcterms:modified>
</cp:coreProperties>
</file>