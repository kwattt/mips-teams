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8" r:id="rId5"/>
    <p:sldId id="266" r:id="rId6"/>
    <p:sldId id="267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5/22/2020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FC8703-A892-40BE-BB56-A3A3D6635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FASE 3 (PROYECTO MIPS)	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88445D-9271-4047-ABA6-788D0538C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MX" dirty="0"/>
              <a:t>González Ramos Jorge Humberto</a:t>
            </a:r>
          </a:p>
          <a:p>
            <a:r>
              <a:rPr lang="es-MX" dirty="0"/>
              <a:t>Ochoa Velasco Dana</a:t>
            </a:r>
          </a:p>
          <a:p>
            <a:r>
              <a:rPr lang="es-MX" dirty="0"/>
              <a:t>Jiménez Vital Francisco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41281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A57B47-3044-4A45-B7C1-AD3AF5A5A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Datapath</a:t>
            </a:r>
            <a:r>
              <a:rPr lang="es-MX" dirty="0"/>
              <a:t> Fase 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98EF1E1-51F9-4D9A-9D50-5D5E97A53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69" y="2507595"/>
            <a:ext cx="10879494" cy="371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377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D223E682-2C1F-4632-BAD7-D11491A5E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s-MX" dirty="0">
                <a:solidFill>
                  <a:schemeClr val="tx1"/>
                </a:solidFill>
              </a:rPr>
              <a:t>Resumen Fase 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7F3D0D-7BFF-460A-BAA1-07CC1DA8C0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Esta fase ya tiene la capacidad suficiente para ejecutar las instrucciones básicas de un procesador, se implementa la fase J sin problemas.</a:t>
            </a:r>
          </a:p>
          <a:p>
            <a:endParaRPr lang="es-MX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742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DC691-C49B-4834-9554-5EBBF12C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028B9C1-AE94-495B-B6DF-51D9D9024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2EAA4F3-6C47-446D-9E22-B48DD0F16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10" y="2308371"/>
            <a:ext cx="112776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58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14C310-850D-4491-AA52-C75BEA68B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EC3799-3F52-48CE-85CC-83AED368E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3FC2939-BF10-4CBC-904B-74A17D4B9C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266B6D5D-11B6-40A6-9CEF-F0B0D104C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CCC0A729-6F83-4E2A-89C1-D9B7039D6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247" y="1085549"/>
            <a:ext cx="3430947" cy="4686903"/>
          </a:xfrm>
        </p:spPr>
        <p:txBody>
          <a:bodyPr anchor="ctr">
            <a:normAutofit/>
          </a:bodyPr>
          <a:lstStyle/>
          <a:p>
            <a:pPr algn="r"/>
            <a:r>
              <a:rPr lang="es-MX">
                <a:solidFill>
                  <a:schemeClr val="tx1"/>
                </a:solidFill>
              </a:rPr>
              <a:t>Decodificador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9E20C7-BB50-4317-93C7-90C8ED80B2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930986"/>
            <a:ext cx="0" cy="3200400"/>
          </a:xfrm>
          <a:prstGeom prst="line">
            <a:avLst/>
          </a:prstGeom>
          <a:ln w="15875" cap="sq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422253-E624-468A-A50C-179351D00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1399" y="1085549"/>
            <a:ext cx="5579707" cy="4686903"/>
          </a:xfrm>
        </p:spPr>
        <p:txBody>
          <a:bodyPr anchor="ctr">
            <a:normAutofit/>
          </a:bodyPr>
          <a:lstStyle/>
          <a:p>
            <a:r>
              <a:rPr lang="es-MX" dirty="0">
                <a:solidFill>
                  <a:schemeClr val="tx1"/>
                </a:solidFill>
              </a:rPr>
              <a:t>Se hizo el </a:t>
            </a:r>
            <a:r>
              <a:rPr lang="es-MX" dirty="0" err="1">
                <a:solidFill>
                  <a:schemeClr val="tx1"/>
                </a:solidFill>
              </a:rPr>
              <a:t>selective_sort</a:t>
            </a:r>
            <a:r>
              <a:rPr lang="es-MX" dirty="0">
                <a:solidFill>
                  <a:schemeClr val="tx1"/>
                </a:solidFill>
              </a:rPr>
              <a:t> en ensamblador.</a:t>
            </a:r>
          </a:p>
        </p:txBody>
      </p:sp>
    </p:spTree>
    <p:extLst>
      <p:ext uri="{BB962C8B-B14F-4D97-AF65-F5344CB8AC3E}">
        <p14:creationId xmlns:p14="http://schemas.microsoft.com/office/powerpoint/2010/main" val="1685277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926F8D1-6B0B-40AA-8470-DA25C357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785" y="678344"/>
            <a:ext cx="4207921" cy="57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73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CA5F1-9EAA-4C7E-951D-18D06353C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Resultado ensamblador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BE20F76-5B79-49D7-B472-6476513CB79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99" y="2605087"/>
            <a:ext cx="7696200" cy="160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F068FF7-B63C-4EE8-9F78-1667829498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99" y="4894004"/>
            <a:ext cx="7696200" cy="1362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9BE64341-F5FE-4CA9-861D-E9C2AD9FA4E4}"/>
              </a:ext>
            </a:extLst>
          </p:cNvPr>
          <p:cNvSpPr txBox="1"/>
          <p:nvPr/>
        </p:nvSpPr>
        <p:spPr>
          <a:xfrm>
            <a:off x="675499" y="223575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Entrada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396C1BC-67F5-49B2-A23B-787A2C180BD4}"/>
              </a:ext>
            </a:extLst>
          </p:cNvPr>
          <p:cNvSpPr txBox="1"/>
          <p:nvPr/>
        </p:nvSpPr>
        <p:spPr>
          <a:xfrm>
            <a:off x="675499" y="4579830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Salida</a:t>
            </a:r>
          </a:p>
        </p:txBody>
      </p:sp>
    </p:spTree>
    <p:extLst>
      <p:ext uri="{BB962C8B-B14F-4D97-AF65-F5344CB8AC3E}">
        <p14:creationId xmlns:p14="http://schemas.microsoft.com/office/powerpoint/2010/main" val="42421627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60</Words>
  <Application>Microsoft Office PowerPoint</Application>
  <PresentationFormat>Panorámica</PresentationFormat>
  <Paragraphs>12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Sala de reuniones Ion</vt:lpstr>
      <vt:lpstr>FASE 3 (PROYECTO MIPS) </vt:lpstr>
      <vt:lpstr>Datapath Fase 3</vt:lpstr>
      <vt:lpstr>Resumen Fase 3</vt:lpstr>
      <vt:lpstr>Presentación de PowerPoint</vt:lpstr>
      <vt:lpstr>Decodificador</vt:lpstr>
      <vt:lpstr>Presentación de PowerPoint</vt:lpstr>
      <vt:lpstr>Resultado ensamblador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FASE 1 Y 2 (PROYECTO MIPS) </dc:title>
  <dc:creator>Jorge Gonzalez</dc:creator>
  <cp:lastModifiedBy>Jorge Gonzalez</cp:lastModifiedBy>
  <cp:revision>6</cp:revision>
  <dcterms:created xsi:type="dcterms:W3CDTF">2020-05-15T00:11:43Z</dcterms:created>
  <dcterms:modified xsi:type="dcterms:W3CDTF">2020-05-22T15:22:55Z</dcterms:modified>
</cp:coreProperties>
</file>